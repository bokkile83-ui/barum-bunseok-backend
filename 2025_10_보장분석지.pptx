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68" r:id="rId3"/>
    <p:sldId id="266" r:id="rId4"/>
    <p:sldId id="267" r:id="rId5"/>
    <p:sldId id="264" r:id="rId6"/>
    <p:sldId id="265" r:id="rId7"/>
    <p:sldId id="262" r:id="rId8"/>
    <p:sldId id="263" r:id="rId9"/>
    <p:sldId id="258" r:id="rId10"/>
    <p:sldId id="260" r:id="rId11"/>
    <p:sldId id="261" r:id="rId1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5" d="100"/>
          <a:sy n="55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DECC7-735D-B6C5-D2A5-1F5B0C68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C2FDA2-0B68-2096-41D9-F8F7F61E58A2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26F667-2D02-695E-AC54-46B14A5985B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28FDE7-C4C5-8E25-3012-E077B793D30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914357-0451-DD17-472A-EF06157D782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CA35EEA-8312-BEDB-774D-FD4B2B58D0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C9D36AB3-E1D7-75A1-2C8D-D4D0145CCA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89D81F1E-1556-18FD-DEBA-F813E0382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97CA36D-CBB3-80E6-8AEF-1C8BFD17A7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2FD594E-B013-DD31-0E52-25AB3F0336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2C030499-E2D2-1D81-C7E7-231F64BCF5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D11BC3D-8A1B-7AED-E7C6-61D3099C8E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4129930-DD9F-1B53-A93B-B2FC7E7508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4043DC-09C1-0428-6614-E5678311FF6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8A05753-FEF4-1DCB-0E99-3EBA3A61CEB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BB05DC9-9210-ECB4-1A30-38557D5A25B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1BDB802-1FE5-E3BF-42A0-4AD513D9D7E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7C4F98-7A2D-D03B-D6FB-D03ACFAE5C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344EA8C-0AB9-C8FB-BA1E-03F2BB233E7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47A09FF-F512-DD16-7826-9DCC4A03355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0D2384A-7101-10EF-F8C6-4ECF2A8A2F5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1D41D44-7284-00C7-0B81-73CA9B29FFF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0BEC2C4-A928-2D53-E884-FE81197833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911659E-AA37-7F9B-6F1F-2F0F6C6B89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14B4EA-0A1C-3F2F-88D5-1B0D8EA33F5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A190480A-1589-488D-5AB5-D9428E4489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F27CF28-3E9D-8A88-107B-8305C79AF1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73824E3-DA8F-737D-2DFC-3F1F85A655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CFF8121-BECC-19F2-5CA0-B53D1D7374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B1C38A1-318B-2107-E365-632958A4F3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8AB0CD3-DEC6-0584-01DB-D57A832D2E3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C6BF93B-C425-2D61-38E9-227F31C582B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BC1592A-DF89-CADE-EFDF-CE138E111D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9933AF8-76F8-B973-27D9-A470D40A6A6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89A88E0-9FA2-A350-A272-919E533ED3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B573A61-1897-AC49-72EF-B2D07214A1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199A641-F049-F8E2-8EA4-67462256927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EA1928A-5AB0-C965-DD83-18259794E2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21CFFEA-C8DF-6CD5-211E-6EABD11471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2437064-05CD-A12A-8D47-AB9DD9F0CAA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873DA0F-68D2-9BD5-B8AD-3AF7153E96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DB960B48-9B44-D986-1952-E9EC04991E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89DDF1B-EC29-2485-FD46-0BDC771E78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C1A9F02C-D5C6-8A06-EFAC-512917281B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0FB2B8AB-3033-77D4-40D9-7926A040F5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BD9C0190-BCB4-C9ED-2842-DF93310C9B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4CF05697-CCA4-11EE-3BCC-8D08B484C5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ABB4DB7-2BCB-DA1A-D77A-F5A0B45E12D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888733E9-8321-B544-91CA-C6DAB57880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6170892-9306-DD15-A1F7-37B3C24275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07C0F807-09B9-F971-3674-D39B3CAE33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257A13C-BE9C-C00D-8A34-3F713AE897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7406B274-7473-033E-7F89-34232DEAE0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FCEB890-E3BA-0651-6093-B086D110AFD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58768B5E-78C2-C297-235A-6817AA94B6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2A66E5A-5C2F-0A18-2FF2-7383B98078B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B3933CB5-16A9-3FAE-C4BE-8D4E2D227985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C797D6-F2D4-3B42-60E7-B9D3A2976F6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D7F020-D00A-BC54-FCB5-876844155D1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17AFE1-E0D4-0D03-FB8F-81B5CE9F8163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720DDF-C6C9-866A-0B6F-2735A76F6B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3BF30E-84AC-C171-2CC0-48E55CAA073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31A0F5-0D30-BC94-3945-66E68C34B35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EC12340-EF7A-8426-32B9-EF912AA4C4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7CD4289-6CBB-8572-BFB1-8329F4CC7E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92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ACACAF9-54D6-2C8B-7298-8C1D617CCAE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6231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58A94-D7BF-39BB-468F-7F49E499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911C4BA-4DFD-9BD5-D8C8-26D8D349EC00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4BB8B3-F44A-A6BC-5203-2C3C6CD458D7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90932C-25D5-EAAF-3651-91534213CE6E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436930-0F92-5BAA-636E-4B925FD4AD06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2F74E5F-91ED-0AC7-6C7D-A46B29E774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FFD048F9-4060-DCC7-CD6F-D5938B5F18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7E3BA311-5E7D-79AD-8A9A-04A289324D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189644A-A01A-2D8B-6C5C-DAC6CA35B1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24AC369-3779-8671-E3EC-839AD11601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D7D10A7A-EB15-E622-1941-A63E98B269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5C9E166D-6686-AD45-364A-8BAE123CBA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BE2187B-551C-55DA-7C90-60AAC40884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95BF8F6-91B0-9559-2E50-C8873A4263E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6108B80B-77FF-68C8-5F3A-0DB481DF210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8CC150A-DE23-8A4A-96AB-9318C05DD5C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46D82373-3786-717D-0D73-AC31F7719F7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6785F94-B895-748D-F79F-0C48314DB7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46795EDF-2CAB-D1F5-6F91-3E5DEC2A3B2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2FAB3A9-CA4F-BAA5-7D23-A643E356A9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AF95870-9003-EB2C-87E4-83B86C99B0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8365267-5CE4-6EB8-553C-E3547765165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E88EF7B-CAA0-3769-EFEA-3ACDB4F38A5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C8B5F02-6B89-497D-B00A-FF70006DEFD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D041518-BA86-1E45-09D3-BEC0C712A7B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ECE172C-FC81-7B6F-EA69-7E8F0D199C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83920CD-609D-CB11-39B9-63AB6274B7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6411C53E-286A-5362-B0C4-59F8CAA458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5C142B-D22E-469B-7D92-27E9C0673E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B071B45-D75F-2F2B-4951-9B7A0211BC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43463E8-CF43-B14C-9981-7666A45155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19097C9-8D93-90B0-FA48-E628A3AA8C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2F66E69-9060-2FF3-EE0C-0F698F949F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17E526-52EB-1DB4-69E9-795D6975DD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FC3190A-0E25-5FC9-276E-8088FFC9A8C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8E1A38E-23AB-95E6-C9E4-0EBCB3809E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ADF5B0F-9F00-A7F1-2C79-4C5DE1AFEBA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78AE374-08B7-9D88-5C54-526E0D7062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0F55F4F-26F3-AE49-F7B5-56B7613941C5}"/>
                </a:ext>
              </a:extLst>
            </p:cNvPr>
            <p:cNvSpPr txBox="1">
              <a:spLocks/>
            </p:cNvSpPr>
            <p:nvPr/>
          </p:nvSpPr>
          <p:spPr>
            <a:xfrm>
              <a:off x="3512308" y="5197744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2025.11.27)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0F43FB-3752-18D9-6288-4204DBFEC97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1E0585C-6DDB-9F2D-DD36-23D5833C0D5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2BEC9DBB-3DD8-7107-72ED-621494C745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CA2C19A-91B5-733A-45E0-EFC17ABA18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BDC6A3A9-DC1B-CDB2-16B8-20CDE5B1C1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AE710B22-7C8A-3752-F236-A9C9FF784E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2102FE05-1897-43C0-8DFE-2A7F8530FA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7BD9E9BA-1766-7293-405C-562E64A392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B8FA7F4-AEC6-91F3-19AB-1A749FA434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CCDE2E30-0B42-04B9-65ED-C69C835FB3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A10E9AD-7922-158B-C537-3A465FC044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BBA361B2-A697-9067-EF2B-4D27495796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98EA9E5-F4DB-3426-EC0F-C0D077D7419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6737B17-24CD-BABB-CA4D-FC1689FB55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3B87583-4CF4-A09D-CD4B-E27955D849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8EC99FBE-A7D8-6E26-1E11-E09C05DE1A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A8B3BB4-3188-8FB3-9C4E-E1DABB8FA7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6C21CA1-12B5-AB9D-FBA6-BA26B055EF9D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73B539-6AAE-70CF-65C1-215BBCFC80C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209B29-B22C-842C-639C-1F5B90E5BE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300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250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350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24CE1C-742D-8543-987F-C785E3AF3FFD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439004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CEBE57-3DD3-EAE9-33D7-144BAAF133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BB107D-E313-93D9-9FE5-32088F8CE90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74BE52-7FD0-06CB-E6EE-9A8E1E82DB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전이항암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중입자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전이암표적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B99D36E-8BF6-6EFC-DAA3-E3F301B0E12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(20/30/100/500/500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`1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142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300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A2389B-FF7B-733F-697C-AD92FD36E1D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( 20/30/100/500/1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FA484D-25B5-8104-4D9D-E0B731BBB81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72487C2-9CBF-A34C-8C10-D9F9B02D1C41}"/>
              </a:ext>
            </a:extLst>
          </p:cNvPr>
          <p:cNvSpPr txBox="1"/>
          <p:nvPr/>
        </p:nvSpPr>
        <p:spPr>
          <a:xfrm>
            <a:off x="471801" y="247251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안평숙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A6D246-7A23-E28D-8E93-AF0F61CB0748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9EB799-AD87-B228-75CD-03528B8F8E98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61A030-F204-354A-CD2C-8A4EE6694139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7108BB-014A-F9BF-BEA2-30A21095419E}"/>
              </a:ext>
            </a:extLst>
          </p:cNvPr>
          <p:cNvSpPr txBox="1"/>
          <p:nvPr/>
        </p:nvSpPr>
        <p:spPr>
          <a:xfrm>
            <a:off x="1193800" y="1674490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E44080-113E-E642-8DE3-AE8DBB87B8BF}"/>
              </a:ext>
            </a:extLst>
          </p:cNvPr>
          <p:cNvSpPr txBox="1"/>
          <p:nvPr/>
        </p:nvSpPr>
        <p:spPr>
          <a:xfrm>
            <a:off x="1193800" y="2195112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422BCC-53E2-42AA-EF0E-4FBEC3883B0D}"/>
              </a:ext>
            </a:extLst>
          </p:cNvPr>
          <p:cNvSpPr txBox="1"/>
          <p:nvPr/>
        </p:nvSpPr>
        <p:spPr>
          <a:xfrm>
            <a:off x="4632479" y="2563958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898FE6-1BB0-F303-A9F9-4BEFA17C59D8}"/>
              </a:ext>
            </a:extLst>
          </p:cNvPr>
          <p:cNvSpPr txBox="1"/>
          <p:nvPr/>
        </p:nvSpPr>
        <p:spPr>
          <a:xfrm>
            <a:off x="3979124" y="1434262"/>
            <a:ext cx="25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협심증</a:t>
            </a:r>
            <a:r>
              <a:rPr lang="en-US" altLang="ko-KR" sz="1400" dirty="0"/>
              <a:t>/</a:t>
            </a:r>
            <a:r>
              <a:rPr lang="ko-KR" altLang="en-US" sz="1400" dirty="0"/>
              <a:t>심부전</a:t>
            </a:r>
            <a:r>
              <a:rPr lang="en-US" altLang="ko-KR" sz="1400" dirty="0"/>
              <a:t>/</a:t>
            </a:r>
            <a:r>
              <a:rPr lang="ko-KR" altLang="en-US" sz="1400" dirty="0"/>
              <a:t>염증 </a:t>
            </a:r>
            <a:r>
              <a:rPr lang="en-US" altLang="ko-KR" sz="1400" dirty="0"/>
              <a:t>2</a:t>
            </a:r>
            <a:r>
              <a:rPr lang="ko-KR" altLang="en-US" sz="1400" dirty="0"/>
              <a:t>천</a:t>
            </a:r>
            <a:endParaRPr lang="en-US" altLang="ko-KR" sz="1400" dirty="0"/>
          </a:p>
          <a:p>
            <a:pPr algn="ctr"/>
            <a:r>
              <a:rPr lang="ko-KR" altLang="en-US" sz="1400" dirty="0"/>
              <a:t>부정맥 </a:t>
            </a:r>
            <a:r>
              <a:rPr lang="en-US" altLang="ko-KR" sz="1400" dirty="0"/>
              <a:t>500</a:t>
            </a:r>
            <a:r>
              <a:rPr lang="ko-KR" altLang="en-US" sz="1400" dirty="0"/>
              <a:t>만</a:t>
            </a:r>
          </a:p>
        </p:txBody>
      </p:sp>
    </p:spTree>
    <p:extLst>
      <p:ext uri="{BB962C8B-B14F-4D97-AF65-F5344CB8AC3E}">
        <p14:creationId xmlns:p14="http://schemas.microsoft.com/office/powerpoint/2010/main" val="79150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E06C-5E4C-90BA-176A-648B5CAF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A1FDB5-8561-3344-5B70-544C4C2B0D47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234F7-2495-2767-B22E-3B45A88C2316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586216-0B8C-AE22-688E-3A2B7D7C05BA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802362-AB4F-E384-8CA3-896AF833932D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AADE31E-86E9-9DE7-6B5A-6055848B975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404540D7-829A-5092-ED86-F2F94A8FF1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104FE20-C86E-1C3C-EE8D-B1FD49041C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15879208-DF45-EC52-E1D0-E38B898A8F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2B4C139E-03E1-7431-EE5B-5E3AB21F35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1476FE3-75EA-2B57-D6D1-B8B7FE74E4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00F7A5C-1458-07B7-3633-A35E562A2E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CA69545-F2EF-7F16-4DA1-A994F2D929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4F8AE36-E16D-5DC8-1528-0433366D57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CA0BDF29-E03D-92E2-22A6-4FCD08BCB08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225146F-B7D2-A77C-43F1-7FD0D4B7D76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874E43D-B753-E67C-F530-2E77E15F513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00E8B11-61F6-8A05-F30D-31F28969E8D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1F1F467D-B241-2DD6-EB1E-A6350B43FC5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7A7ED2F-5051-87D9-5DAA-ECFCCC25FFE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0585445-DC50-1B71-2514-9193D6CF08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509FB8F-8A10-D122-F56B-4006D9363A3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864CEB-08B9-B720-4C65-DA6A2386BA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423E297-31EB-3276-9A22-849F314262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69D4C7A-5BA9-2575-ABD2-66B626413D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1CCC6DF-10C6-64F6-2A64-DCA6C731CB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1E841F3-A7A3-BE40-718D-F50AB69C1C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90F0DA6-E660-82D1-160A-8131D8B69B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75480B4-6967-C934-54DC-90346B4587F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F892914-0AFA-26A9-1AE0-F0230F8106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47C3285-717E-6508-500F-F4278D9463D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0061BA2-E497-150A-FCD8-128A949124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5295B29-EC02-F1F5-1EF8-D397A710C59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1E8FCC0-2EE8-5237-A1AD-A163A2B47E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C70A2F5-B7B5-B4BC-3CE6-E4D0A9CF69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36A2528-2F41-2204-6F3A-D394644B807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7C790B2-066D-9852-AFA8-0E69A241774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C9B6C40-9EED-EBA3-B95E-E7E64F43B6F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3DC004D-8EAD-CE98-F746-7BAE660378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920C79A-EB26-DD78-E828-F0958ED44B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49978E1-D49C-ED41-E560-0E2792A80C8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64D9BCAD-C879-09BE-B41F-F873FC8DA9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ABC7EEE-A8EF-C97A-C7E9-1C84EEA8B00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75241400-8354-05FF-A4E3-E068CECD01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61A03BC6-341E-152F-C660-450B9FAD80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087F4104-08C7-7B8A-82A7-4480CB4FCC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F2770249-4EBC-7208-099D-9E314A6534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6E045BE-0154-5921-54D3-895042117C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4446DC8D-C321-BE9D-D1B2-366EAA19D7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F3A641D-CB2B-9790-A14D-7ACFD320C5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F32CE72C-E872-C989-D63F-8D9F8E6487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BA9FB3F-D0CE-91E8-E286-0FC53D2400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F60C1903-574D-03EA-FF84-20DA26636F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5DF21B6-A637-FEBA-97E2-FD8BA49F3A3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C7E73563-7F78-58DE-7F32-1D78F2CE21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CFA9416-C8BE-5CD5-F7BF-550CC8D337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D879F062-EF19-B107-2985-2B28320AE860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01C45C-EBCF-26EE-2AE8-B6D4B688B2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0E7843-2451-528C-17BF-FE19C678E5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9FA3C2-BAE8-675E-1A14-45E4E1BB93CF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51530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489866-4344-D6D3-22CE-1D577E5D19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068EF8-D257-5DD5-F460-0F22B932BE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A5F77D5-E7C6-4540-B67C-FD9A19FA106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특정암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11,000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820BE2-C18C-2668-79F3-130130DA8B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( 10/20/100/200/200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407C0FE-51D1-0B1B-0CEF-2849229E59F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92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( 10/20/100/200/200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CCC9F00-07CF-D6A0-7BCA-A32D54CCB0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2-3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75581BD-FAB2-39BB-BB51-2C6AE5B46808}"/>
              </a:ext>
            </a:extLst>
          </p:cNvPr>
          <p:cNvSpPr txBox="1"/>
          <p:nvPr/>
        </p:nvSpPr>
        <p:spPr>
          <a:xfrm>
            <a:off x="471801" y="247251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안평숙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8BB55D-03AF-4994-C6C7-2F1614AFB8C4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706C19-CB4A-E18A-DF97-6671E83FD599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1A5CEA-A797-D989-D97D-7513CA3C4B0B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26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E135D6-05B0-B27B-84B0-71AD1D207B2D}"/>
              </a:ext>
            </a:extLst>
          </p:cNvPr>
          <p:cNvSpPr txBox="1"/>
          <p:nvPr/>
        </p:nvSpPr>
        <p:spPr>
          <a:xfrm>
            <a:off x="1391879" y="1650006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r>
              <a:rPr lang="ko-KR" altLang="en-US" dirty="0"/>
              <a:t>천만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9EFF38-DA9B-4EBD-D559-59E06126A2C5}"/>
              </a:ext>
            </a:extLst>
          </p:cNvPr>
          <p:cNvSpPr txBox="1"/>
          <p:nvPr/>
        </p:nvSpPr>
        <p:spPr>
          <a:xfrm>
            <a:off x="1347875" y="2183328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A2392C-0E50-FD4F-E337-39DB30AE5329}"/>
              </a:ext>
            </a:extLst>
          </p:cNvPr>
          <p:cNvSpPr txBox="1"/>
          <p:nvPr/>
        </p:nvSpPr>
        <p:spPr>
          <a:xfrm>
            <a:off x="1347875" y="2647878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7BB4CE-D183-7418-F341-F5D64492EB85}"/>
              </a:ext>
            </a:extLst>
          </p:cNvPr>
          <p:cNvSpPr txBox="1"/>
          <p:nvPr/>
        </p:nvSpPr>
        <p:spPr>
          <a:xfrm>
            <a:off x="4811991" y="2062453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02B2BD-A914-2B5E-7065-FDB4360AB8C5}"/>
              </a:ext>
            </a:extLst>
          </p:cNvPr>
          <p:cNvSpPr txBox="1"/>
          <p:nvPr/>
        </p:nvSpPr>
        <p:spPr>
          <a:xfrm>
            <a:off x="4759893" y="2602971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2550003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3BAA7-E44D-5787-3E64-AC1B326F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BDF08C-2CE7-608D-27AE-9CA31E34F458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F90FC6-D43C-0224-8779-DCCA3E2ADDDD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5DBF62-8620-A0CB-A908-6BA96398E15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82CAEA-19A9-36A8-A96D-2038F25AA3FA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6645161-EB91-6D7F-01FC-D2FB7193832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0A36DB93-30D1-EA9E-C209-432161A44E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CF10DE75-8559-2949-AE23-ECF18A1EC4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9AB9508-BA7D-BC59-C00E-B918DAF627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CF2AE68-5CF3-2E82-F32F-55457B0722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1167C62-03F0-0AC2-E75E-DE62659C68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7BF0F793-D8CD-C08D-96DB-441E055BA6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C08D8C6F-730A-3C47-0612-A38AE0E7E4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46D4F7-370B-C93A-234C-67284BDB0C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8588" y="273471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BB3C9C5-6FE2-7B5D-FDC6-BFE4BFA3573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8B3DA7C-5D80-A681-7E7B-D364322E79D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49BB119-7ECA-1629-C0F6-70DCE3DC4B2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6CF2112-91ED-1AA8-AD10-B5D3DCA0DD6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5852857B-CB7D-6F36-6D34-E8B7ADA5C37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1B385B-682C-E09B-5BFC-FBBDC121FB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4291D5E-9CDC-BD7A-CD7C-05354A57921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D1F435D-EF76-2827-60CD-6ACB1F47D73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454593-572B-3CE1-4D57-DF06949D3F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9A49AA-5878-E3DC-1880-52EDC009B00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4719B7D-BC09-65C8-B96D-551C4C74DCA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837A5C7-775F-74D7-BDEA-5595A37436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D3D07A4-0C10-7EDF-D0E3-1928477945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6E655B0-AB3E-1A13-E4E9-2FCD99D81C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B2435C7-185D-3D4D-4EF0-E384208991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C85CF7-1D07-560A-A63E-08AC596A838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ABD972F-DD8A-E0C5-94C0-1C9C7046CB0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F8EEE24-5131-7DF6-FED1-D8905ACD6C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6F0DCE1-4298-7A30-09E5-435A7FD50D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BDBE886-0353-3238-3344-3879F21CD4A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4E7390A-F6CF-39AA-D179-1F244F94F3C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B0CD9C7-51AA-4E7C-4998-230872DB31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FBF905A-5EB5-04D9-C840-D7F5E921A56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1E8EEE3-16EF-42E7-B9B2-FAD5644DF2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A36538D-9E6D-00FE-491A-7A15CD38C0A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294F477-2C3B-F448-F5C3-D9AED911303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27D70D2-C049-8E0D-D9D0-DD4FE7C404A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B949917B-82C6-AC1C-ED26-1758E8C9D7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AE1D0AC-E3F6-C63F-3555-1BC2DE9CCB0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DC65803B-8758-EA2A-42D2-13BEE68B17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E1744F48-1B81-474C-B458-CCC48875E8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B86F89E0-2700-5200-84EC-0F7835C9BA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3A45CED6-01D4-7DEB-E205-3B83985BC7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08A1275-F421-B10B-AE7B-AD917CAE630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9C6130AE-4470-57B4-A077-D47E5FA9F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6289147-D4B8-F72F-5CCF-90CEA2CCCE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053D6A68-BCB4-B247-948D-FD04CD0552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57FB4FE-4F2B-40F4-9558-083BE421E99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C4836FD4-1EE9-F7FD-B927-D843FC39E2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32412AB-977A-3A18-01FA-B16C675561C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BF6E3EAD-DFC6-A03B-9C13-657CF4CE5F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A9A8730-0812-BBF7-B689-C62C78548E9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19AD4D05-C210-1AC3-3C8A-6FD67F1E7A9B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C93ABC3-6270-CF8D-9655-E60F218383D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39B546-E216-0191-E70F-B25CC41BE2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B846AA2-54F8-3851-7AB5-02B6D294932B}"/>
                </a:ext>
              </a:extLst>
            </p:cNvPr>
            <p:cNvSpPr txBox="1">
              <a:spLocks/>
            </p:cNvSpPr>
            <p:nvPr/>
          </p:nvSpPr>
          <p:spPr>
            <a:xfrm>
              <a:off x="3551991" y="3392764"/>
              <a:ext cx="151530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5D71B6-4214-C8B5-C285-254211B99F2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B738E3-F478-D831-6ACB-E94ECFF08D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845B26B-35D2-E382-2C0B-121D6951D4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특정암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11,000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71DD22-AA5F-2E26-3707-81FAB58471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( 10/20/100/200/200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81C9CA-9652-2A6D-5106-724EFAF612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927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40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( 10/20/100/200/200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9EBA475-5A80-083B-C2A0-E2CCBAA9DAB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2-3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7C1F40E-3DD9-D2F5-1A9D-90583D2B324D}"/>
              </a:ext>
            </a:extLst>
          </p:cNvPr>
          <p:cNvSpPr txBox="1"/>
          <p:nvPr/>
        </p:nvSpPr>
        <p:spPr>
          <a:xfrm>
            <a:off x="520102" y="247251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안평숙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DAA0B9-4447-AECE-B18E-E8CD4F0466CE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03AEDF-E8DE-52D4-CC4F-4EDD8029BB5C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51D4CC-1B77-CE98-CEC1-6D009378AA1E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26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62B2BA-B9D8-CBDF-E931-EDE462718D7C}"/>
              </a:ext>
            </a:extLst>
          </p:cNvPr>
          <p:cNvSpPr txBox="1"/>
          <p:nvPr/>
        </p:nvSpPr>
        <p:spPr>
          <a:xfrm>
            <a:off x="1391879" y="1650006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r>
              <a:rPr lang="ko-KR" altLang="en-US" dirty="0"/>
              <a:t>천만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FA012A-6C1D-7A9C-2255-67D040670A96}"/>
              </a:ext>
            </a:extLst>
          </p:cNvPr>
          <p:cNvSpPr txBox="1"/>
          <p:nvPr/>
        </p:nvSpPr>
        <p:spPr>
          <a:xfrm>
            <a:off x="1347875" y="2183328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B0A5ED-EC9B-4034-1B87-708783AAF2E3}"/>
              </a:ext>
            </a:extLst>
          </p:cNvPr>
          <p:cNvSpPr txBox="1"/>
          <p:nvPr/>
        </p:nvSpPr>
        <p:spPr>
          <a:xfrm>
            <a:off x="1347875" y="2647878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A5AF6E-4D0C-0D00-0527-79DDE85C945E}"/>
              </a:ext>
            </a:extLst>
          </p:cNvPr>
          <p:cNvSpPr txBox="1"/>
          <p:nvPr/>
        </p:nvSpPr>
        <p:spPr>
          <a:xfrm>
            <a:off x="4811991" y="2062453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DD5470-1116-538E-D11D-1E3C8E2B293B}"/>
              </a:ext>
            </a:extLst>
          </p:cNvPr>
          <p:cNvSpPr txBox="1"/>
          <p:nvPr/>
        </p:nvSpPr>
        <p:spPr>
          <a:xfrm>
            <a:off x="4759893" y="2602971"/>
            <a:ext cx="76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389768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E7674-C18B-B685-AC70-BE1AF5F2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2F54F79-2C16-6BAC-9048-762F78F4AC94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84D01B-A953-1C24-5F2B-92504E4611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4929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10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335F4-2C89-0F20-556E-0C2571EB26D7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0EE2FE-1739-3C1C-F996-6836F1B91B3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FE94B4D-B560-EBDC-258D-AEBF1CB98A3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EB4176A-37BB-05F6-B348-18DAE61B43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B5308FD2-BCA5-59F2-6FC0-068B53CC0D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D47497E5-22E0-0CA0-BEF1-50F351EBBA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3436CEEF-C22D-7D1C-ADED-0120457E92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DC79BCD7-29D2-0DEA-D47C-4B73336F19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739D7C2-E9D4-02FB-2087-7149BB4460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651DE8E-5AB1-5C99-B3FA-12594C4D82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E9492F8-F489-DC75-1C1B-19FC25AF9BED}"/>
                </a:ext>
              </a:extLst>
            </p:cNvPr>
            <p:cNvSpPr txBox="1">
              <a:spLocks/>
            </p:cNvSpPr>
            <p:nvPr/>
          </p:nvSpPr>
          <p:spPr>
            <a:xfrm>
              <a:off x="1555478" y="259539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</a:t>
              </a:r>
              <a:r>
                <a:rPr lang="ko-KR" altLang="en-US" sz="1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31AD5061-AED6-41FE-AA5A-2537A0F9D4B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9D24E21-7D9A-2E0D-EB70-3A31789A75F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98911137-E6BA-555A-3381-596FD1AFFDC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BEE252-5C61-DE57-C8A9-A8104580E17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99291BB-F6AB-7FEC-1C83-2D740A0DB8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53367FC-231A-3E01-0764-9B17A52FCFC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B6B768D-A4E9-8FD5-4127-1D55257C19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1BBE80E-6B3C-705B-C5F4-CF2E6084870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3853192-CCE2-EF8D-5FE8-B0D6A44603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DDB99CC-2168-0027-AC3A-BBDD03D19B7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8D475A0-A076-474A-74C1-CFE1FF6669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CF3D6823-7636-1841-44F4-157F2B60F1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83739CC-0919-4B17-35B9-4BDE4F8ED7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027C8912-7C65-CFE8-95A3-2F2FC33141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7620BE6-B017-3807-80C7-B1C18EE3B63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9438071-9C3C-590E-9A0F-B2923ADEB5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843FF0F-7AA6-527D-0E4C-BC1E0A43FB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D240AA1-B004-80A5-E673-E38DA9A825D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7A1479B-3A54-2C62-2D9E-8BCECB5ECE7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548ACD1-8E38-1ABF-AAFA-8FC1C0E4765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5A814C1-8099-B989-E82A-48A7D3F51BB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BBC1AE2-ADED-ECAE-16DD-6B6C67EF55C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4CAA5CD-3D0D-8F54-A8C2-062A53CD7C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B3CA3B-8C90-2DFA-8412-54C5F55A0AC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54E105-079F-BB4D-33FB-5279D69501B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6A22E7C-D5B2-972E-AFCF-989BF8091A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A3B4DDC-E420-1443-EB67-28F1976D860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7B0F5FD2-FB7F-5B57-7BC8-2674897488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7FFF4A7-F5F1-5143-DBCE-1E88A65F2D0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83B8975C-C4D8-DBD7-0351-DAE55521EC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BD1E090D-4B2F-3A93-314D-F58A7B5E58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84050644-518D-B44A-46C7-B788516971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6F5EF0AA-4A46-6CA5-A8A5-58C3746BFF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1C6586A-A526-A75A-D9C9-DC7C047B304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9E9777AD-C431-4243-9922-714E44FF28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0415DDC-D1C0-E319-044C-FE03A768AEB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0C7A7E2D-C9D2-5A73-9554-657E606236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25C1A4E-BF97-D847-4D0B-9FDEE329093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D8008F42-F407-13A3-5050-59D61C670B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5FEF34B-B3AC-7FF5-AD47-5C012CF704D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940A4CE7-28AD-9C75-7A20-ED043021E3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DC45828-CD0D-AA03-BA8B-429A7CAAB1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BC5E7AF6-9060-EA58-F4FF-F77399C2143A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296B12-6E82-847C-913A-456597A5BA8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40A5EA-D2F5-52A7-D4B6-DC53FCA0FFE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5CDAAD-BD2F-49E3-B988-2FE3F04B20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149625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75078C-B507-0A90-81E7-6E1658678B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6800254-CCD0-FAF5-6A3A-F0DE25FF42B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B40B66-D872-E394-A55C-FB7B7935A9C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소액암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고액암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E5A30E-1FEB-E60B-F5A2-3C4665C4BD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6E5B0A0-BE66-A0ED-F13F-B5FA3484ED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9A14A41-6542-6D1C-696D-44702CB993A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종합병원상해일당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2B24D7-B636-880F-F8A5-870F7E2F548B}"/>
              </a:ext>
            </a:extLst>
          </p:cNvPr>
          <p:cNvSpPr txBox="1"/>
          <p:nvPr/>
        </p:nvSpPr>
        <p:spPr>
          <a:xfrm>
            <a:off x="383318" y="233997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심천섭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BD552D-8BFB-E5D3-ECCA-1EEC8EC65404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368535-2D00-773E-B484-7C8399EE8B15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04EE78-F3A9-7565-18CD-B82E7778E99C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24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030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3E26-9455-2D40-B38F-DD90EF4F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B074332-14F6-A0E0-5399-306057ADCF27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6DA6A-34DA-101B-1CDB-95AF3C4EE1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84929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highlight>
                <a:srgbClr val="FFFF00"/>
              </a:highlight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10</a:t>
            </a:r>
            <a:r>
              <a: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A6A99-4FC8-E40B-69DC-A7551B0B4924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27F4C2-6C88-5EB9-740B-8DEA3140DB18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F510512-AA2B-07E4-7855-6C7D722ECDD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6F2FE79D-3F33-B6A8-7A9F-E0AFD53C1D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7148D6A3-0AD3-60C4-5C58-79B4B78F03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504A0708-71DC-477E-0C25-95EE2269AB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59420C52-4BB1-4A05-734D-7D6896299D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28F46FE8-03AF-827A-1502-5B88FDAFA8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7DE4364-D22F-79C8-48C4-7BE0F05C05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BD4F39B-2B03-A59A-A635-3AB6D23FD1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5B924DF-609D-14CB-B028-939B85C78A90}"/>
                </a:ext>
              </a:extLst>
            </p:cNvPr>
            <p:cNvSpPr txBox="1">
              <a:spLocks/>
            </p:cNvSpPr>
            <p:nvPr/>
          </p:nvSpPr>
          <p:spPr>
            <a:xfrm>
              <a:off x="1555478" y="259539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6E932EB0-5763-4AD9-D9A2-8B4C7A10649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57F8A94B-AD83-E3C6-D283-E2E73FCD791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DCCB87E5-4EDF-F2D9-4FE9-462DDA7A476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FFB0EE-82B0-F32F-93EE-A6DBFCE66CF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99690697-282E-0EEC-E597-199F4DF5D79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F5D66AA-0605-CFD8-13C4-2F53D90435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4C63328-7F13-19F5-A44C-5848AA9DB54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518F5EA-F7C7-20BF-4F03-EE195F3C1E2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D11B6F8-3F4C-5003-3828-A4BC317450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F5DCE92-2B93-A9BC-CFAC-18A01BA043B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D52E8A3-A2E9-DEB3-85BF-3A79EEBFA9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9D93554-AA87-7518-385F-D8B8BC4850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4D823F9-D88D-B290-3D07-F4E85F9991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3228D17-7F87-F34E-BED3-487250AF97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E0D75CC-F5A0-29D4-722B-9C0A1EE3FBB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1E9898C-FE79-787E-93FF-C9DB94D0BE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0494145-982D-4EA0-8D71-C9F7929FC9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14C3069-1558-A6DB-452D-04DCD1DF47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EDEEAF1-68C7-0AF7-65E8-DE81A56F7A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FE42CC9-E6EA-F0FD-D1DC-06BA800EA9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F07F44F-2172-1B0E-D51C-901A1ECCE2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B6A8D49-4463-DFD6-278F-54F7BAFAA40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6766B9E-5279-D14C-3D97-60B3E393285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11BEF51-497F-7C3B-2FF0-11B5072B67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759089E-4908-EB33-A209-AA1BFF483E9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8446E56-DFC5-E1CF-2543-A2A9D78317C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D413C7E-DD24-53B1-9D3C-F14D413C55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5F592CA3-EAA7-3F38-E9F2-E23DAB6B5E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5298C3F-EA09-6180-0BAB-72ACED64E61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33FB90C2-7908-40DD-6C17-A3306CB41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4A422E69-BE6F-332D-CCE9-772DD8E237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395D26EA-F49B-01D6-63BE-6762EE7578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50E7C319-DA05-6627-F118-364F7C3598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F806CDA-FC20-0BEA-73BF-38D9580EA5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73C3A40C-1C4C-DE20-3A98-88FB3EB664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BD3700F-BA6C-ADA1-1615-9B85430F0B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13F2E874-6A99-AB1A-5A6E-FBD44CE2B7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051C382-D048-5DB0-B436-F36C40E6CF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25108B19-3F3B-2F5B-15A8-41BC6151C0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8222F72-24E2-1E5C-825C-9D4521AE7B5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3EE23248-3E1C-43FD-3EE6-F2D30D16AD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976E55A-C5C8-5E56-0502-51A113620F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43ADEF76-5726-2FD2-625D-9E42B02D54FE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55E51B-9749-5696-97E8-DC65CE28F4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193FB7-CA70-F508-1955-F84B54C250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55DBBF-D1C8-2D36-9329-2731F0DFCF2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1496259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C4E518-B1B4-59EB-8B88-104BE60245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D4BBB9-9874-1825-96C7-B690FC0AA4E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219E368-7B6E-CD68-0DE1-53ECB39884C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소액암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고액암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endParaRPr lang="en-US" altLang="ko-KR" sz="1200" dirty="0">
                <a:solidFill>
                  <a:srgbClr val="0000FF"/>
                </a:solidFill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중입자치료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200</a:t>
              </a:r>
              <a:r>
                <a:rPr lang="ko-KR" altLang="en-US" sz="12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b="1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149959-6F1F-C7D1-1679-60FF00C6E1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00" b="1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3AD8FF9-1015-DCDD-AE8F-202DE857555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en-US" altLang="ko-KR" sz="12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05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highlight>
                  <a:srgbClr val="FFFF00"/>
                </a:highlight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47C193E-5AF1-6CB0-FC45-AFD28F6F01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/ 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종합병원상해일당 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highlight>
                    <a:srgbClr val="FFFF00"/>
                  </a:highlight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 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7C21FDB-2114-0FAF-42F0-1C4C548FAE56}"/>
              </a:ext>
            </a:extLst>
          </p:cNvPr>
          <p:cNvSpPr txBox="1"/>
          <p:nvPr/>
        </p:nvSpPr>
        <p:spPr>
          <a:xfrm>
            <a:off x="383318" y="233997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심천섭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4C1992-3ADC-3D72-88D1-290CC37D7786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4E88DC-FDDC-6001-40B6-D07600B65CAD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11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EE0E52-DD6F-6817-C4AF-F59D7C27E6B1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24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5B2F1B-054D-81FA-AE37-798002072579}"/>
              </a:ext>
            </a:extLst>
          </p:cNvPr>
          <p:cNvSpPr txBox="1"/>
          <p:nvPr/>
        </p:nvSpPr>
        <p:spPr>
          <a:xfrm>
            <a:off x="1148573" y="1529475"/>
            <a:ext cx="1104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</a:rPr>
              <a:t>500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4F0492-1BB5-8308-24CB-56D543BF70A0}"/>
              </a:ext>
            </a:extLst>
          </p:cNvPr>
          <p:cNvSpPr txBox="1"/>
          <p:nvPr/>
        </p:nvSpPr>
        <p:spPr>
          <a:xfrm>
            <a:off x="4586860" y="2005959"/>
            <a:ext cx="1104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FF0000"/>
                </a:solidFill>
              </a:rPr>
              <a:t>500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50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68E51-4878-8847-41C3-E09263C4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CACFF18-4E52-A760-D1AC-E12F9B6E5EBA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6500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3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!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A42B27-B11D-8F1F-E55D-5E02C75B1AC6}"/>
              </a:ext>
            </a:extLst>
          </p:cNvPr>
          <p:cNvSpPr txBox="1"/>
          <p:nvPr/>
        </p:nvSpPr>
        <p:spPr>
          <a:xfrm>
            <a:off x="5148700" y="3462789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20,000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FE810-6E9A-E63C-EB7C-EC415D008080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D5274D-06A9-C21F-C9D5-3CA40B15DCDA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B705085-C29C-D092-D8B2-CAA062043C0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8B6720B8-EA95-5A09-53CE-C6396B6A44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B17CC9C-D3DA-7943-715D-79D9723A4A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4D7C9C9A-9B04-4C20-56E7-9C93E6819D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9C2C06DB-6B75-C1E8-DD5B-A5452D70EA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C2379B5F-F962-8FCB-31E2-3E443CA4DB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913A6006-DCFB-E2ED-CBD6-D190525A47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28FE38F-1B85-78F3-D493-E9937E10B6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375D247-48E0-94C6-F1E7-CA2C55AB90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961" y="272790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C62E4EF-0572-6BC6-50DD-B4433873034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0782377F-FAC1-FF96-DC3C-05F85E8E618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8D1870F1-C414-68FD-AC76-F382963C1E7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8D1BE9-850F-B67E-62BF-3925D8CFB2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040259F2-936D-1E3F-26D8-DA4656F3DCF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234DA78-2245-61DC-6D43-06CA5C3BA71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319C056-24CB-CC0B-CEB8-E104F3D5721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43C1B4F-A1E7-8C7A-8D10-A7C0F48599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8ADD3C7-98CD-CA73-5194-33C99F533E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E0A4E99-B3BB-F3AB-32E0-DE92BA0A602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51A8004-A9F5-2001-0257-22FE5B3531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0FBF4D2-9CC0-C37F-25D9-12F739C47B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5FB3CA5-6BBB-9AAE-3FDF-78485B3C1E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A4AD3E5-1C20-E7A2-3E8A-A14854DF8E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EB323FD-7E8E-97E5-704E-C50BF749FBD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73CB597-F6F7-19C8-EE5B-9E267754FC6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DDCAE9A-BFA8-28A4-8BF2-65492E2C93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6914878-A257-08FF-93D2-FD28C2B0FC6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10C63CA-3EF0-0F67-6C33-77517827D47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5D9B7B4-0A14-3ADB-D5CE-90ACE39D5DF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12ED587-DF30-794D-32E2-6B2787FBA2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4ECA7CF-41B2-1D5B-CD9A-F1CEBBD84E5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56FAD3B-F678-8554-D401-479D3C828C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33EB5A7-20E2-B6BB-D17C-560EBFA8A4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46DFF41-6F5D-2D74-B795-3990EB0B96B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11BED0B-F840-45DE-FE5D-AADF548E5D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791DBBD-30A4-5ED0-F817-CC8BF21603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E630AECB-62FE-4B15-8FD9-0B285857FF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B33385E-3B88-B4FA-7762-B83D3010574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454AE601-4800-0877-CE2B-02D7C7CEF1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8E2C9385-C837-6B7F-A175-70A51DDA6E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E4826426-B3E4-81F7-70E0-DF261893BF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4ACF2A94-C447-5741-CF3F-9EBECFAE3F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DAD51A-383B-2966-FE8E-55CBA852B0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6200A799-2B5C-43CF-AC19-4B0123E392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3CCEC6A-EC11-DE5F-9FBC-DD6787E1047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2C06A383-42E2-6500-70A2-9A3AFD30AD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78DE09C-5134-18F5-E04E-795C7A2710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0F8CC1C9-FC9D-CF17-4C3C-919C064D7E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56F82E4-79D5-89A9-804C-193D530DA72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C319C333-C8D5-C9AC-1EBF-143386381B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4EB358C-36A3-3CA1-4F4D-71DF62D39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EB5A452E-664C-33D6-E9FF-3C3B8224B928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986E21A-6708-2165-8280-F1123440580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A521A8-144B-21C2-B9ED-79572DC3301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5,000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25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88151A-5538-3181-4897-DA69A5D961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252000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+20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4D14AA-0B4D-4285-6A9D-8264F3786E5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65A421-C465-CAE6-6B1A-4A7B15B1B77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A3C3C1-BAED-BC39-B960-F23932472B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8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전립선암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고액암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/2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3A87A29-D7C4-F791-8EA4-EA3A7127C2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7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16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42BDD2F-9305-29F7-7C91-C2FCBAC4510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9621" y="5691134"/>
              <a:ext cx="1621742" cy="1723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10/50/100/500/1000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2C51125-2479-7C1B-5E64-4C7B12C70B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DCA249F-A29B-521D-A717-D34330D61B77}"/>
              </a:ext>
            </a:extLst>
          </p:cNvPr>
          <p:cNvSpPr txBox="1"/>
          <p:nvPr/>
        </p:nvSpPr>
        <p:spPr>
          <a:xfrm>
            <a:off x="622396" y="246844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이동원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FE1A30-7B56-6310-5555-F998F788FE68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06A5A4-67DD-FE5A-DA00-6E13F794D0B6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3BEA0B-A4EC-2936-46D6-97D23875F599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3C4E95-161D-64FF-C5D4-E1D1FCE3864F}"/>
              </a:ext>
            </a:extLst>
          </p:cNvPr>
          <p:cNvSpPr txBox="1"/>
          <p:nvPr/>
        </p:nvSpPr>
        <p:spPr>
          <a:xfrm>
            <a:off x="1528823" y="2190345"/>
            <a:ext cx="78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2</a:t>
            </a:r>
            <a:r>
              <a:rPr lang="ko-KR" altLang="en-US" sz="1600" dirty="0"/>
              <a:t>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4EF497-610D-E7A9-6DF8-3821B78F4BE1}"/>
              </a:ext>
            </a:extLst>
          </p:cNvPr>
          <p:cNvSpPr txBox="1"/>
          <p:nvPr/>
        </p:nvSpPr>
        <p:spPr>
          <a:xfrm>
            <a:off x="4940775" y="2590541"/>
            <a:ext cx="78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2</a:t>
            </a:r>
            <a:r>
              <a:rPr lang="ko-KR" altLang="en-US" sz="1600" dirty="0"/>
              <a:t>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5C2600-E9CE-2D23-344C-96373E4E16F4}"/>
              </a:ext>
            </a:extLst>
          </p:cNvPr>
          <p:cNvSpPr txBox="1"/>
          <p:nvPr/>
        </p:nvSpPr>
        <p:spPr>
          <a:xfrm>
            <a:off x="3609187" y="1551755"/>
            <a:ext cx="3128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빈맥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1</a:t>
            </a:r>
            <a:r>
              <a:rPr lang="ko-KR" altLang="en-US" sz="1200" dirty="0"/>
              <a:t>천만</a:t>
            </a:r>
          </a:p>
        </p:txBody>
      </p:sp>
    </p:spTree>
    <p:extLst>
      <p:ext uri="{BB962C8B-B14F-4D97-AF65-F5344CB8AC3E}">
        <p14:creationId xmlns:p14="http://schemas.microsoft.com/office/powerpoint/2010/main" val="180734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99A46-8DCD-9034-78EB-09639E932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58D1D5-6689-CF70-1268-6445B2D42DC0}"/>
              </a:ext>
            </a:extLst>
          </p:cNvPr>
          <p:cNvSpPr txBox="1"/>
          <p:nvPr/>
        </p:nvSpPr>
        <p:spPr>
          <a:xfrm>
            <a:off x="5135281" y="5490472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6500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endParaRPr lang="en-US" altLang="ko-KR" sz="9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1B694E-F085-6FD0-26C7-449CE70CE2FF}"/>
              </a:ext>
            </a:extLst>
          </p:cNvPr>
          <p:cNvSpPr txBox="1"/>
          <p:nvPr/>
        </p:nvSpPr>
        <p:spPr>
          <a:xfrm>
            <a:off x="5148700" y="3462789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20,000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F18E7A-EAD3-6475-D19C-0945FB223D95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6DBB5B-3F15-291D-1595-ECB7A9387E2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53532F-B6AF-1350-EEA7-389E13805BF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652C6352-BECF-C88C-02C1-1280422DBA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DC9D0AC5-5E3A-CF0B-CA0A-CADEE588BD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6D2A13C5-A2B4-9EB0-1300-C06235160F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C33579C-BFEE-4675-4FF8-0532BBA69D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14FCA1F5-F728-669B-59CE-06BBA836BE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5C5001F-FF0D-E0A4-BC3E-C8CEF5C5A6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DE8311A5-1D9A-7EBD-BDEB-4E623CD2FD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2F4133-74F8-85FA-C3D1-55E668DC8C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4555" y="260969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BBF767E-E34F-2619-0E42-423BAEB2046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2D1FE245-03A8-185A-D281-4EA069EEE10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25684D19-79D7-77E7-6E6D-1AEF8F94357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2C71BE-04A9-A3FB-AB91-2EE630D9C4F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998B5A44-51F3-4610-2E97-EB145DC17BB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0AD4DE0-D0F9-CF68-C730-A6D9CDDFC24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C98280C-12CE-28C8-E3CE-E974643F07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4ACFD47-B01E-2878-5AA0-5067C2AF3A6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186DFA6-E21A-F0F9-0F41-3BEB3CE673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C63FE7E-8769-62C8-E1C2-A0B160911BC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B37967F-56D4-9B40-BDBB-5F4F6361790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7DCCD78-AA31-5AB7-016B-C53C30837F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01195B2-D351-64C1-9DA8-C327B269E4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300C5407-5F72-1515-5F7B-86E7FE847A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C4A8F4C-E109-4091-26D3-A996C1C64A3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A622E8B-D991-5E5C-A28C-05283365A84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A7A1361-E5E0-7680-3212-60857410AF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7F224B1-19F4-EF65-3D0E-A8375E5646F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C2BFD8A-B088-A89F-909F-DA8A925BB0D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C211F93-E1D8-2EFB-DD33-C793C9C99A4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6DB1278-020F-1C02-B78B-A635FBA6927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822BBDB-5265-0B94-B021-57A36E47241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468B9F7-3998-9706-8F76-2F38D816A06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340335A-6112-3C95-AFDE-F51299B020A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FCC707D-5850-0968-6E4B-F1D4D7D4CB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693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___________)</a:t>
              </a:r>
              <a:endPara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4237C03-7510-CC1F-4D46-195F5FE384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33168FF-E957-9188-3900-9950E51AB0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0315C60C-33A1-7B3F-611F-24EF1C537E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C25F1FD-1CAC-DB3C-114A-E1CC4205A1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F6FA4295-8675-964B-42EF-389FEDAC31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ED48177E-4A55-4343-FB44-537AA03EE4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C31F7EE6-3CAB-B2DB-2080-4FB60A8FF7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D012DEC9-ED36-E79E-8181-24F31AFF0A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9E11DD1-A29B-0665-2DA4-93D61CFA79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E2BD288C-C2C5-C245-38B3-D4A6C08E06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01E0782-647A-1F5E-2BA0-12588E8A5C7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44539CDA-1C68-87D4-5D4E-ED92E09B97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EAB93FE-EFDE-7508-97C6-377103E63F2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90045" y="8294762"/>
              <a:ext cx="15271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F203AAFB-8430-AF1C-253F-0F8C50E811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1D25369-A309-E6F0-3B33-3C76836D820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430D1B79-A286-E56A-C6A3-1E71BEB700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AE03A1F-96B3-5677-A278-1036E6E588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676AE18-2E1F-6B2F-611F-8ACF4653E264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90FA55-7C65-3270-1567-87056AA03196}"/>
                </a:ext>
              </a:extLst>
            </p:cNvPr>
            <p:cNvSpPr txBox="1">
              <a:spLocks/>
            </p:cNvSpPr>
            <p:nvPr/>
          </p:nvSpPr>
          <p:spPr>
            <a:xfrm>
              <a:off x="3575822" y="481180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FE54BC-40A0-517D-CE5A-D6972C89103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5,000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25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6B94A9-A78A-4A43-6749-71BC9F9A0228}"/>
                </a:ext>
              </a:extLst>
            </p:cNvPr>
            <p:cNvSpPr txBox="1">
              <a:spLocks/>
            </p:cNvSpPr>
            <p:nvPr/>
          </p:nvSpPr>
          <p:spPr>
            <a:xfrm>
              <a:off x="3488593" y="3325078"/>
              <a:ext cx="2520000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):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30+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X):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60 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+50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20+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</a:t>
              </a:r>
              <a:r>
                <a:rPr lang="ko-KR" altLang="en-US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+20+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408DB0-7A91-22D2-ED08-F23200567C2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B431F5-D045-49C3-0364-B9E1D379475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A9BC65-838A-D281-1269-6722C40CCC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8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전립선암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고액암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/2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AB2D3DF-582B-7274-78D7-4AEEEF20DE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7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16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ko-KR" altLang="en-US" sz="105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50FB33-8B3C-1E4F-035A-F4C682BFBEC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42359" y="5466003"/>
              <a:ext cx="1621742" cy="1862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en-US" altLang="ko-KR" sz="9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10/50/100/500/1000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(20/50/100/500/1000)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50+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50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A7F2FB-4343-ADC3-32FA-8DC6EE9A4C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2~3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상급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7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종합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0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상급병원간병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2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DF37802-9DCF-74E8-DB67-3C6BD6FF8DE8}"/>
              </a:ext>
            </a:extLst>
          </p:cNvPr>
          <p:cNvSpPr txBox="1"/>
          <p:nvPr/>
        </p:nvSpPr>
        <p:spPr>
          <a:xfrm>
            <a:off x="356018" y="244949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이동원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26B545-3D47-181B-156D-7B6CB8FE82B0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5B3722-6EFF-6CDB-E34C-A5D685938CFA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1C11FE-1C2E-FA95-E57A-2152D4A63561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150D38-BF6C-8D5B-35B2-44784587EE41}"/>
              </a:ext>
            </a:extLst>
          </p:cNvPr>
          <p:cNvSpPr txBox="1"/>
          <p:nvPr/>
        </p:nvSpPr>
        <p:spPr>
          <a:xfrm>
            <a:off x="1528823" y="2190345"/>
            <a:ext cx="78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2</a:t>
            </a:r>
            <a:r>
              <a:rPr lang="ko-KR" altLang="en-US" sz="1600" dirty="0"/>
              <a:t>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B473A7-041C-995C-DF42-80C69EF86D89}"/>
              </a:ext>
            </a:extLst>
          </p:cNvPr>
          <p:cNvSpPr txBox="1"/>
          <p:nvPr/>
        </p:nvSpPr>
        <p:spPr>
          <a:xfrm>
            <a:off x="4940775" y="2590541"/>
            <a:ext cx="78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2</a:t>
            </a:r>
            <a:r>
              <a:rPr lang="ko-KR" altLang="en-US" sz="1600" dirty="0"/>
              <a:t>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90130-8720-7E16-ACB0-F9EA9BFEEB18}"/>
              </a:ext>
            </a:extLst>
          </p:cNvPr>
          <p:cNvSpPr txBox="1"/>
          <p:nvPr/>
        </p:nvSpPr>
        <p:spPr>
          <a:xfrm>
            <a:off x="3609187" y="1551755"/>
            <a:ext cx="3128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빈맥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1</a:t>
            </a:r>
            <a:r>
              <a:rPr lang="ko-KR" altLang="en-US" sz="1200" dirty="0"/>
              <a:t>천만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23562C-F973-6972-6BAF-BC7705E7D635}"/>
              </a:ext>
            </a:extLst>
          </p:cNvPr>
          <p:cNvSpPr txBox="1"/>
          <p:nvPr/>
        </p:nvSpPr>
        <p:spPr>
          <a:xfrm>
            <a:off x="3575822" y="8687219"/>
            <a:ext cx="1527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>
                <a:solidFill>
                  <a:srgbClr val="FF0000"/>
                </a:solidFill>
              </a:rPr>
              <a:t>골절 한방치료 </a:t>
            </a:r>
            <a:r>
              <a:rPr lang="en-US" altLang="ko-KR" sz="1100" dirty="0">
                <a:solidFill>
                  <a:srgbClr val="FF0000"/>
                </a:solidFill>
              </a:rPr>
              <a:t>5</a:t>
            </a:r>
            <a:r>
              <a:rPr lang="ko-KR" altLang="en-US" sz="1100" dirty="0">
                <a:solidFill>
                  <a:srgbClr val="FF0000"/>
                </a:solidFill>
              </a:rPr>
              <a:t>만원</a:t>
            </a:r>
          </a:p>
        </p:txBody>
      </p:sp>
    </p:spTree>
    <p:extLst>
      <p:ext uri="{BB962C8B-B14F-4D97-AF65-F5344CB8AC3E}">
        <p14:creationId xmlns:p14="http://schemas.microsoft.com/office/powerpoint/2010/main" val="4205199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님의 보장</a:t>
            </a:r>
            <a:r>
              <a:rPr lang="en-US" altLang="ko-KR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(    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일 기준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03592" y="251326"/>
            <a:ext cx="656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뇌졸증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뇌출혈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 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급성심근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 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6544" y="4986714"/>
            <a:ext cx="344823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암주요치료비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하이클래스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 </a:t>
            </a:r>
            <a:r>
              <a:rPr lang="en-US" altLang="ko-KR" sz="105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___________)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연금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저축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 noGrp="1" noRot="1" noMove="1" noResize="1" noEditPoints="1" noAdjustHandles="1" noChangeArrowheads="1" noChangeShapeType="1"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MRI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60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70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독감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7,100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2211" y="3342373"/>
            <a:ext cx="315550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+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통합암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고액암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세기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/1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상급병원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만원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500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solidFill>
                <a:srgbClr val="0000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9959" y="5649932"/>
            <a:ext cx="1621742" cy="187743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10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( 20/20/100/200/500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천만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29621" y="5691134"/>
            <a:ext cx="1621742" cy="187743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상급종합병원수술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( 10/20/50/200/900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90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0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120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각각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3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만원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33FB17-06B0-1B04-0AB0-869230F3D310}"/>
              </a:ext>
            </a:extLst>
          </p:cNvPr>
          <p:cNvSpPr txBox="1"/>
          <p:nvPr/>
        </p:nvSpPr>
        <p:spPr>
          <a:xfrm>
            <a:off x="622396" y="246844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양여은</a:t>
            </a:r>
            <a:endParaRPr lang="ko-KR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1B681-15F9-9A68-3F91-D864B64303B7}"/>
              </a:ext>
            </a:extLst>
          </p:cNvPr>
          <p:cNvSpPr txBox="1"/>
          <p:nvPr/>
        </p:nvSpPr>
        <p:spPr>
          <a:xfrm>
            <a:off x="2976352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66D15A-0593-77E7-0BE1-9EBCC87E01E6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04DB6D-7E71-1D6D-A9BE-FB15052FD48D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7D2A4B-55BA-F21D-2EED-F33BD6676E3F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8FF67C-CE0E-1081-9F08-DB01D2C4DA76}"/>
              </a:ext>
            </a:extLst>
          </p:cNvPr>
          <p:cNvSpPr txBox="1"/>
          <p:nvPr/>
        </p:nvSpPr>
        <p:spPr>
          <a:xfrm>
            <a:off x="1429550" y="1642462"/>
            <a:ext cx="78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9CAAD8-F3B0-3786-28F1-647CBF531F7C}"/>
              </a:ext>
            </a:extLst>
          </p:cNvPr>
          <p:cNvSpPr txBox="1"/>
          <p:nvPr/>
        </p:nvSpPr>
        <p:spPr>
          <a:xfrm>
            <a:off x="4149432" y="1488753"/>
            <a:ext cx="1940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빈맥</a:t>
            </a:r>
            <a:r>
              <a:rPr lang="ko-KR" altLang="en-US" sz="1200" dirty="0"/>
              <a:t> </a:t>
            </a:r>
            <a:r>
              <a:rPr lang="en-US" altLang="ko-KR" sz="1200" dirty="0"/>
              <a:t>2</a:t>
            </a:r>
            <a:r>
              <a:rPr lang="ko-KR" altLang="en-US" sz="1200" dirty="0"/>
              <a:t>천만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부정맥 </a:t>
            </a:r>
            <a:r>
              <a:rPr lang="en-US" altLang="ko-KR" sz="1200" dirty="0"/>
              <a:t>500 + </a:t>
            </a:r>
            <a:r>
              <a:rPr lang="en-US" altLang="ko-KR" sz="1200" b="1" dirty="0">
                <a:solidFill>
                  <a:srgbClr val="0000FF"/>
                </a:solidFill>
              </a:rPr>
              <a:t>500</a:t>
            </a:r>
            <a:endParaRPr lang="ko-KR" altLang="en-US" sz="1200" b="1" dirty="0">
              <a:solidFill>
                <a:srgbClr val="0000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8BB11F-1B2E-F498-95D5-DB8C8A32D352}"/>
              </a:ext>
            </a:extLst>
          </p:cNvPr>
          <p:cNvSpPr txBox="1"/>
          <p:nvPr/>
        </p:nvSpPr>
        <p:spPr>
          <a:xfrm>
            <a:off x="4888209" y="2609112"/>
            <a:ext cx="78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천</a:t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8886-5F4B-BD76-BB61-5424D506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D3CF7AB-316A-38D6-4D6F-8190E0B887DF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18BA62-FB24-4E24-97BE-0E5AED390616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6B3009-18FE-1A7D-9910-CE8DEC4DB7CB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F400D2-8D45-B393-8A8F-C5213EFB4183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39E27FA-E511-1CD1-5894-B2B8D4CA79B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677CE931-0B95-2FBD-0A05-03F6DBDECA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8EEAABE-8AE7-798A-F67F-5B25E7A79C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0EB1152A-14AA-8B91-5ABB-27AE3400CE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A6EA136-0E2C-3BED-A5E4-E6DA88874C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A0736528-5028-3797-6CA7-F978B6ED44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DBA3ACD-E9A4-0F88-7F35-D1F9287D05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5DCE254-F6DA-7E41-B6BE-2EB98162B4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BB60F3B-F153-3295-583B-22D0B60DD0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55282" y="274050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C54E8B3-3B71-213E-AE27-4AE21346CFD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54603679-F623-4F85-C949-F55F2B1ADCD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A507AF53-808F-1131-F945-357C02CE2C2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2134219-40B6-F23E-763D-4F814E63F83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20F62E90-9DEC-A889-EBF6-5B3BF61B7ED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1CCBD3B-71F4-B5D1-577A-D6152C22EE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5629B59-F0AE-7CDE-5B14-583A6C81EF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B85BC06-4FF1-F747-16C8-DE500DA7DD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CCD4627-FCE7-2BC2-B414-D5F2AE1118A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BF0A2CC-6835-15C9-4330-DCFAEF73F24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A8F897-4D2E-E4A9-5D22-6D9141AF1DD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A65ABF7-B29E-991F-F47D-DC5EC5AAD0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80A48EB-C6CA-4494-3C7B-5694A89371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6D1B4E41-7B68-A741-A959-9D727AC4B9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F8880E-1D8F-66A6-25B4-83DD48D816A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E11ED43-2C7A-2D2E-C5B6-3C69C73643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9A33DC-23D1-9962-3714-A5E9464FAF5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26CD6EB-9B3B-0B54-9E8B-0027C4658AA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4285F9B-A002-A6CB-47AD-AE80F395ACE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0022D9-6469-F48B-3B51-8DFF39E9B4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1EEA688-ACB0-CC08-9647-8500FDCB829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48D262B-7002-FA27-CB53-832318DE664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230D3D8-0D89-7678-B3D5-458D2DCE13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A2E8F61-1538-8FB1-29B4-6D0EC55867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1E82567-94EF-9476-90F3-99501DE90C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2009.11.17)</a:t>
              </a:r>
              <a:endParaRPr lang="ko-KR" altLang="en-US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EE0F0E5-FDCF-BB12-6F97-82952CB4887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E6281B5-1598-40E6-7E17-0AEFCCC3FE6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5011684E-176F-A91D-A340-C5202706BD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09260F9-B7E5-BB65-2A00-508E2D115E8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A5359CAA-9735-C744-A293-E14FDEDBC3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43E7718A-0C61-E558-C63A-F7AA038BA9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DAF971B7-9676-ECA1-4506-DEFAD9FE20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28C37842-067A-F6E9-F714-0335C8E61C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F650F21-1D7D-8F9F-6349-D20B3F3E100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F65924B5-79F2-359C-EF92-95E88A7C4E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F273841-C50D-59AB-154B-812D5479C30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0E389C47-7D07-B84B-AF48-FBEBBC10DA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A6D8028-3FF7-FA33-9AF1-ADF4A83BBC3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F036EAF0-3B41-DCEC-E879-A6CD1B8225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17B7183-8617-68D9-2637-C5DD0E48C48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3A823D03-B66C-9B50-BEEA-82EE49702B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916FC26-4F2C-667D-CAE9-874B2B3C22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C3B2BB33-5A00-7FF4-060D-13502049EC2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3AEF6F-9240-73FA-162C-D74F06248D6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4A01F9-C37A-A27F-6E76-6C490AED62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96F7D67-B0A0-6356-0276-B6D3797F5B8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252000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453655-FC3C-E972-CDA6-8B39C20A7EC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63548D-2158-53B5-8FAE-92165AD5192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9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36C3A1-DC42-9224-118A-48B97A2AA5E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1300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+ 600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*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전이암표적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항암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일당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.3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5DCF25-B548-49C0-390F-A44A5554FE7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( 30/50/300/1000/1000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119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4E1084-522E-4E6C-F590-5D3765A737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42359" y="5577789"/>
              <a:ext cx="1621742" cy="1877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상급병원수술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A0610B-D765-584B-50B2-302F9EAE138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2-3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65B18EB-5025-A3FD-5C88-76D4F7293CB8}"/>
              </a:ext>
            </a:extLst>
          </p:cNvPr>
          <p:cNvSpPr txBox="1"/>
          <p:nvPr/>
        </p:nvSpPr>
        <p:spPr>
          <a:xfrm>
            <a:off x="331116" y="258278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양세은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1150C2-F899-9716-E5EC-CD44A8137604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817BE1-9408-2062-B6D0-D6A73325662E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8110-77DF-1E64-9674-08481AF0A8AC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FA5610-207F-4809-F1FC-F2E144856091}"/>
              </a:ext>
            </a:extLst>
          </p:cNvPr>
          <p:cNvSpPr txBox="1"/>
          <p:nvPr/>
        </p:nvSpPr>
        <p:spPr>
          <a:xfrm>
            <a:off x="1512783" y="2661466"/>
            <a:ext cx="62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5</a:t>
            </a:r>
            <a:r>
              <a:rPr lang="ko-KR" altLang="en-US" dirty="0">
                <a:solidFill>
                  <a:srgbClr val="0000FF"/>
                </a:solidFill>
              </a:rPr>
              <a:t>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570962-1D93-9B51-F945-D50CD1A4DEA6}"/>
              </a:ext>
            </a:extLst>
          </p:cNvPr>
          <p:cNvSpPr txBox="1"/>
          <p:nvPr/>
        </p:nvSpPr>
        <p:spPr>
          <a:xfrm>
            <a:off x="4668865" y="2591429"/>
            <a:ext cx="147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5</a:t>
            </a:r>
            <a:r>
              <a:rPr lang="ko-KR" altLang="en-US" dirty="0">
                <a:solidFill>
                  <a:srgbClr val="0000FF"/>
                </a:solidFill>
              </a:rPr>
              <a:t>천</a:t>
            </a:r>
            <a:r>
              <a:rPr lang="en-US" altLang="ko-KR" dirty="0">
                <a:solidFill>
                  <a:srgbClr val="0000FF"/>
                </a:solidFill>
              </a:rPr>
              <a:t>+</a:t>
            </a:r>
            <a:r>
              <a:rPr lang="en-US" altLang="ko-KR" dirty="0"/>
              <a:t>1</a:t>
            </a:r>
            <a:r>
              <a:rPr lang="ko-KR" altLang="en-US" dirty="0"/>
              <a:t>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2E8932-5EA3-3DBD-5D87-CA308551044B}"/>
              </a:ext>
            </a:extLst>
          </p:cNvPr>
          <p:cNvSpPr txBox="1"/>
          <p:nvPr/>
        </p:nvSpPr>
        <p:spPr>
          <a:xfrm>
            <a:off x="1467063" y="1601459"/>
            <a:ext cx="62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CE3E32-16D4-5F85-7AD4-22CFE007405C}"/>
              </a:ext>
            </a:extLst>
          </p:cNvPr>
          <p:cNvSpPr txBox="1"/>
          <p:nvPr/>
        </p:nvSpPr>
        <p:spPr>
          <a:xfrm>
            <a:off x="4094283" y="1487189"/>
            <a:ext cx="2144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2</a:t>
            </a:r>
            <a:r>
              <a:rPr lang="ko-KR" altLang="en-US" sz="1200" dirty="0"/>
              <a:t>천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부정맥 </a:t>
            </a:r>
            <a:r>
              <a:rPr lang="en-US" altLang="ko-KR" sz="1200" dirty="0"/>
              <a:t>1</a:t>
            </a:r>
            <a:r>
              <a:rPr lang="ko-KR" altLang="en-US" sz="1200" dirty="0"/>
              <a:t>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7E37F4-F004-389E-1596-1C9721E08507}"/>
              </a:ext>
            </a:extLst>
          </p:cNvPr>
          <p:cNvSpPr txBox="1"/>
          <p:nvPr/>
        </p:nvSpPr>
        <p:spPr>
          <a:xfrm>
            <a:off x="4866253" y="2109841"/>
            <a:ext cx="62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2A7920E-A380-2443-A02F-4E4FBBE4F874}"/>
              </a:ext>
            </a:extLst>
          </p:cNvPr>
          <p:cNvSpPr/>
          <p:nvPr/>
        </p:nvSpPr>
        <p:spPr>
          <a:xfrm>
            <a:off x="1952156" y="6342410"/>
            <a:ext cx="1260379" cy="139700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297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6A4BF-C314-A5F8-AFBF-D339ADA0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E23BA64-28EE-8355-7141-11D1E6F667CD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 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억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천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2A9DDB-8C41-122F-8107-E5E55A373304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54C39B-0EC2-5798-0C49-D24836441F64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C8A93-0CB2-01D8-772A-17ECE66A1096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2E8D4EA-3D36-639F-7BE4-8637927674B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79278" y="251326"/>
            <a:ext cx="7533753" cy="9654674"/>
            <a:chOff x="-279278" y="251326"/>
            <a:chExt cx="7533753" cy="965467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84B9BD25-563F-655A-43DB-852FB32B8D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09187" y="1309754"/>
              <a:ext cx="3059982" cy="1662799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9646A452-9DB7-54B6-BA2B-297B26E1F2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02120" y="1926040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50A63C4-DF67-301C-371F-130AFBD763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44258" y="2416853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C1E585A9-F2CD-7909-F94A-13961564B2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575" y="804134"/>
              <a:ext cx="3275703" cy="22276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D3214334-3782-5BCC-395F-0946F19B9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508" y="3086207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9B8FB1EB-7F2E-4729-FB64-79A106E79A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9" y="3055383"/>
              <a:ext cx="1614696" cy="207735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3B6FC2D8-5B6D-B5B4-B74B-CEBC974C08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8450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1235782-6FC1-1955-3426-13678CF598A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39961" y="272790"/>
              <a:ext cx="19424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님의 보장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전</a:t>
              </a:r>
              <a:r>
                <a:rPr lang="en-US" altLang="ko-KR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  <a:endPara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E0213B72-32D0-4B23-E8CC-B66AD72CD49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34901" y="677039"/>
              <a:ext cx="3194098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C5FA9A65-9320-F2FC-6219-3A1BC94CA89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524956" y="635963"/>
              <a:ext cx="390466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4A9FA288-F6CB-17A1-3619-4E29D02DCA0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231847" y="630456"/>
              <a:ext cx="376995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CACC13C-F4F7-A51D-975D-4DC6F46E7BB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90015" y="258278"/>
              <a:ext cx="1664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 기준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BFF70220-05CC-A032-07EF-A18E2304D5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841883" y="630456"/>
              <a:ext cx="410599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48D0F7-5C12-0DF1-22F0-1E90BC9CE4E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270329"/>
              <a:ext cx="4613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월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0D36ACA-19AE-B600-7FCD-D09C8FF038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3592" y="251326"/>
              <a:ext cx="656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6BFAA25-823B-13B9-E63D-1409356E067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9644390"/>
              <a:ext cx="303616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참고용 입니다</a:t>
              </a:r>
              <a:r>
                <a:rPr lang="en-US" altLang="ko-KR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</a:t>
              </a:r>
              <a:r>
                <a:rPr lang="ko-KR" altLang="en-US" sz="1050" b="1" dirty="0" err="1">
                  <a:latin typeface="HY엽서L" panose="02030600000101010101" pitchFamily="18" charset="-127"/>
                  <a:ea typeface="HY엽서L" panose="02030600000101010101" pitchFamily="18" charset="-127"/>
                </a:rPr>
                <a:t>자세한건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 증권을 확</a:t>
              </a:r>
              <a:r>
                <a:rPr lang="ko-KR" altLang="en-US" sz="110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인해주세</a:t>
              </a:r>
              <a:r>
                <a:rPr lang="ko-KR" altLang="en-US" sz="1050" b="1" dirty="0">
                  <a:latin typeface="HY엽서L" panose="02030600000101010101" pitchFamily="18" charset="-127"/>
                  <a:ea typeface="HY엽서L" panose="02030600000101010101" pitchFamily="18" charset="-127"/>
                </a:rPr>
                <a:t>요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778F496-E635-A1A8-1852-54F35EF9C96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9537" y="829475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뇌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223C577-1914-31DE-120D-07A15E24A73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751984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심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CDE98F9-6AC4-5CEB-73AB-29079169D95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018" y="3086207"/>
              <a:ext cx="542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암</a:t>
              </a: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67D7850-C3F5-3269-E25C-8BFC496A27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5113" y="1381143"/>
              <a:ext cx="3059982" cy="167424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28127159-8A4E-C708-F30C-BB53908866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046" y="1997428"/>
              <a:ext cx="2493161" cy="101392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8049841-6965-79E2-341A-16DE95CD0F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30184" y="2488241"/>
              <a:ext cx="1620085" cy="53308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87F3841-7348-2DA1-87FB-3B76D447C94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1879" y="1388396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4EF81CE-EA56-DA61-BABA-E83A505BCBF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1986061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뇌졸증</a:t>
              </a:r>
              <a:endPara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3750BE2-1597-08C0-40B3-BD19A1DBED9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7599" y="2464614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뇌출혈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E8EDDB5-941C-644A-DD7B-FC3F60DB6B1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7850" y="838506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363A5FC-9154-4282-29B6-7520E959B16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2137" y="1267865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994DC2-4DDA-A5E1-EAF0-6CC4453336C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1991" y="1915239"/>
              <a:ext cx="61565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허혈성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206B55A-122D-5FEC-8DFC-7785A1DEE6F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47952" y="2406052"/>
              <a:ext cx="78863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급성심근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84D475D-0651-3B7D-5E03-F716DC14169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9449" y="777630"/>
              <a:ext cx="25200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산정특례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 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혈전용해치료비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대주요치료비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20EACB2-68AF-A579-8524-4B7D612E396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16544" y="4986714"/>
              <a:ext cx="34482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암주요치료비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하이클래스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DD68DA7-83E3-E1D9-D679-D49701B076F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5368281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수술비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25D5B2E-6E4B-AB9E-754E-04193B12E77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62513" y="5184252"/>
              <a:ext cx="1941269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실손</a:t>
              </a:r>
              <a:endPara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가입일 </a:t>
              </a:r>
              <a:r>
                <a:rPr lang="en-US" altLang="ko-KR" sz="9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: 2009.11.17)</a:t>
              </a:r>
              <a:endParaRPr lang="ko-KR" altLang="en-US" sz="9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5CFFAC8-93D2-C99A-62C1-5B5261BFAA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1293" y="3070784"/>
              <a:ext cx="2065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상해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기타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2326D23-6F1F-055C-73F3-DC6E2BA6CA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279278" y="7650355"/>
              <a:ext cx="2286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입원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간병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97AAA5FE-5F59-8DDE-2CE5-0E283203F4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5176730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6B87316-9CD8-3FA1-C2F2-45C4218DF8A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98082" y="674014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사망</a:t>
              </a: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16FC2D86-362D-BEB5-71FC-9522FF0C2E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94733" y="744896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3A691740-6611-6BF3-4389-F3BDF6A057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466" y="5368281"/>
              <a:ext cx="3275703" cy="22276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DC4BDDD2-E342-2745-69B5-796FC83D70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1" y="7652515"/>
              <a:ext cx="3275703" cy="199135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C0C835F2-95DE-7074-9EBA-AB10FB9D91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3906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BCD22E4-3351-A439-CE3B-D6F184F308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35448" y="6729878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재가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치매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22AC781D-E2FC-1826-7103-C11298DAAE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987" y="6729878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8A8C4D8-3F43-608F-B20B-07B1ADE8A7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16886" y="829476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화재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치아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A8B92407-39B3-73C2-D673-51C97A4CA0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10848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A5AD374-017A-C5D9-CEED-EB491C4290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523" y="8284010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연금</a:t>
              </a:r>
              <a:r>
                <a:rPr lang="en-US" altLang="ko-KR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저축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96DA2276-98D2-B563-1E4B-E7D292EB23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4929" y="8294762"/>
              <a:ext cx="1627094" cy="15016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61D3BC5-13BE-C67B-AAF0-DB081491A10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3084755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운전자</a:t>
              </a:r>
            </a:p>
          </p:txBody>
        </p:sp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2B56FD06-E863-B987-B5BF-6B8D9E734A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531" y="3064710"/>
              <a:ext cx="1627094" cy="20487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18F94A0-41C7-963F-F533-5B8C70AE056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6107" y="5166472"/>
              <a:ext cx="1276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후유장해</a:t>
              </a:r>
              <a:endPara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73E9C98-FCA9-9D23-278C-AC02C2ADFD73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81" idx="0"/>
              <a:endCxn id="81" idx="2"/>
            </p:cNvCxnSpPr>
            <p:nvPr/>
          </p:nvCxnSpPr>
          <p:spPr>
            <a:xfrm>
              <a:off x="1719318" y="5368281"/>
              <a:ext cx="0" cy="2227658"/>
            </a:xfrm>
            <a:prstGeom prst="line">
              <a:avLst/>
            </a:prstGeom>
            <a:ln w="31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2AA8DC-2A1D-569E-502D-C3CE0096293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5890" y="4748864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일상배상책임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A1567CA-D9A6-FB85-2D73-E041DD3AB51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5608253"/>
              <a:ext cx="252000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입원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통원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약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MRI 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도수치료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비급여주사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3F8999-7484-AA1E-65E9-1D3CBB0030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51991" y="3392764"/>
              <a:ext cx="252000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중대화상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반깁스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깁스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응급실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897069-B998-11B4-B2F4-F057B20E4FF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017107"/>
              <a:ext cx="2520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질병사망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- ___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80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CC3A68C-8400-AB45-6DC6-95B6A3E1993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857" y="7841460"/>
              <a:ext cx="25200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상해사망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9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9A764ED-9D89-9A97-D621-8D3E18B0996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2211" y="3342373"/>
              <a:ext cx="3155500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암진단비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억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4.253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유사암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1300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+ 600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통합암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전이암표적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3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항암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 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일당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전이암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500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항암치료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천만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 </a:t>
              </a:r>
              <a:r>
                <a:rPr lang="en-US" altLang="ko-KR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250</a:t>
              </a:r>
              <a:r>
                <a:rPr lang="ko-KR" altLang="en-US" sz="12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표적치료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천만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양성자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세기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r>
                <a:rPr lang="en-US" altLang="ko-KR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.3</a:t>
              </a:r>
              <a:r>
                <a:rPr lang="ko-KR" altLang="en-US" sz="10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암통원비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다빈치로봇수술비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21F7F16-B5FB-A6D1-8E0E-B3AB3D4F9B0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9959" y="5649932"/>
              <a:ext cx="1621742" cy="1862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20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+300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( 30/50/300/1000/1000</a:t>
              </a:r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119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뇌혈관수술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허혈성수술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심장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대기관수술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대 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</a:t>
              </a:r>
              <a:endPara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83CB88E-A13B-25ED-864E-BCE5FF7AF59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42359" y="5577789"/>
              <a:ext cx="1621742" cy="18928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상해수술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상급병원수술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</a:p>
            <a:p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1~5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 수술비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300</a:t>
              </a:r>
              <a:r>
                <a:rPr lang="ko-KR" altLang="en-US" sz="10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9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(      /      /      /      / </a:t>
              </a:r>
              <a:r>
                <a:rPr lang="en-US" altLang="ko-KR" sz="8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 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)</a:t>
              </a: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골절수술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110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0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대골절수술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화상수술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130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중대상해수술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천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05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창상봉합수술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50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________</a:t>
              </a:r>
              <a:r>
                <a:rPr lang="ko-KR" altLang="en-US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수술 </a:t>
              </a:r>
              <a:r>
                <a:rPr lang="en-US" altLang="ko-KR" sz="10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endPara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E38024C-9E30-57AA-FBF2-3F64DEA70FE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2009" y="7875924"/>
              <a:ext cx="3197963" cy="17389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질병일당 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10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 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질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1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  <a:p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상해일당 </a:t>
              </a:r>
              <a:r>
                <a:rPr lang="en-US" altLang="ko-KR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2</a:t>
              </a:r>
              <a:r>
                <a:rPr lang="ko-KR" altLang="en-US" sz="105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2</a:t>
              </a:r>
              <a:r>
                <a:rPr lang="ko-KR" altLang="en-US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050" dirty="0">
                  <a:solidFill>
                    <a:srgbClr val="FF0000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뇌혈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허혈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질병중환자실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/ </a:t>
              </a:r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상해중환자실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</a:t>
              </a: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상급병원일당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60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 종합병원일당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2-3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인실일당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종합병원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/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상급병원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10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암일당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  <a:r>
                <a:rPr lang="en-US" altLang="ko-KR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15</a:t>
              </a:r>
              <a:r>
                <a:rPr lang="ko-KR" altLang="en-US" sz="1200" dirty="0">
                  <a:solidFill>
                    <a:srgbClr val="0000FF"/>
                  </a:solidFill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+5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endPara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간병인일당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         / 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요양병원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</a:t>
              </a:r>
            </a:p>
            <a:p>
              <a:r>
                <a:rPr lang="ko-KR" altLang="en-US" sz="1200" dirty="0" err="1">
                  <a:latin typeface="HY엽서M" panose="02030600000101010101" pitchFamily="18" charset="-127"/>
                  <a:ea typeface="HY엽서M" panose="02030600000101010101" pitchFamily="18" charset="-127"/>
                </a:rPr>
                <a:t>간호통합병동일당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: 7</a:t>
              </a:r>
              <a:r>
                <a:rPr lang="ko-KR" altLang="en-US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만</a:t>
              </a:r>
              <a:r>
                <a:rPr lang="en-US" altLang="ko-KR" sz="12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 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B012B02-317B-CFAE-C6AA-73029F908B61}"/>
              </a:ext>
            </a:extLst>
          </p:cNvPr>
          <p:cNvSpPr txBox="1"/>
          <p:nvPr/>
        </p:nvSpPr>
        <p:spPr>
          <a:xfrm>
            <a:off x="622396" y="246844"/>
            <a:ext cx="125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/>
              <a:t>양세은</a:t>
            </a:r>
            <a:endParaRPr lang="ko-KR" alt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B71AF0-CA14-A7BD-9ADD-60EC7DB4DE4B}"/>
              </a:ext>
            </a:extLst>
          </p:cNvPr>
          <p:cNvSpPr txBox="1"/>
          <p:nvPr/>
        </p:nvSpPr>
        <p:spPr>
          <a:xfrm>
            <a:off x="3785550" y="279601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25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C9B013-F3B8-D135-B5AA-102EDF809776}"/>
              </a:ext>
            </a:extLst>
          </p:cNvPr>
          <p:cNvSpPr txBox="1"/>
          <p:nvPr/>
        </p:nvSpPr>
        <p:spPr>
          <a:xfrm>
            <a:off x="4464597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10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0A40BA-1390-578D-1E0C-B5A4A6B06448}"/>
              </a:ext>
            </a:extLst>
          </p:cNvPr>
          <p:cNvSpPr txBox="1"/>
          <p:nvPr/>
        </p:nvSpPr>
        <p:spPr>
          <a:xfrm>
            <a:off x="5204025" y="265529"/>
            <a:ext cx="473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00FF"/>
                </a:solidFill>
              </a:rPr>
              <a:t>27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FEA770-7C75-BB7C-CF46-25F790DC3A12}"/>
              </a:ext>
            </a:extLst>
          </p:cNvPr>
          <p:cNvSpPr txBox="1"/>
          <p:nvPr/>
        </p:nvSpPr>
        <p:spPr>
          <a:xfrm>
            <a:off x="1141761" y="2651250"/>
            <a:ext cx="1829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</a:rPr>
              <a:t>5</a:t>
            </a:r>
            <a:r>
              <a:rPr lang="ko-KR" altLang="en-US" sz="1600" dirty="0">
                <a:solidFill>
                  <a:srgbClr val="0000FF"/>
                </a:solidFill>
              </a:rPr>
              <a:t>천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en-US" altLang="ko-KR" sz="1600" dirty="0">
                <a:solidFill>
                  <a:srgbClr val="FF0000"/>
                </a:solidFill>
              </a:rPr>
              <a:t>4.253</a:t>
            </a:r>
            <a:r>
              <a:rPr lang="ko-KR" altLang="en-US" sz="1600" dirty="0">
                <a:solidFill>
                  <a:srgbClr val="FF0000"/>
                </a:solidFill>
              </a:rPr>
              <a:t>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C9C82-611B-3A85-E057-3B2CD1A03263}"/>
              </a:ext>
            </a:extLst>
          </p:cNvPr>
          <p:cNvSpPr txBox="1"/>
          <p:nvPr/>
        </p:nvSpPr>
        <p:spPr>
          <a:xfrm>
            <a:off x="4436882" y="2604618"/>
            <a:ext cx="2114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</a:rPr>
              <a:t>5</a:t>
            </a:r>
            <a:r>
              <a:rPr lang="ko-KR" altLang="en-US" sz="1400" dirty="0">
                <a:solidFill>
                  <a:srgbClr val="0000FF"/>
                </a:solidFill>
              </a:rPr>
              <a:t>천</a:t>
            </a:r>
            <a:r>
              <a:rPr lang="en-US" altLang="ko-KR" sz="1400" dirty="0">
                <a:solidFill>
                  <a:srgbClr val="0000FF"/>
                </a:solidFill>
              </a:rPr>
              <a:t>+</a:t>
            </a:r>
            <a:r>
              <a:rPr lang="en-US" altLang="ko-KR" sz="1400" dirty="0"/>
              <a:t>1</a:t>
            </a:r>
            <a:r>
              <a:rPr lang="ko-KR" altLang="en-US" sz="1400" dirty="0"/>
              <a:t>천</a:t>
            </a:r>
            <a:r>
              <a:rPr lang="en-US" altLang="ko-KR" sz="1400" dirty="0"/>
              <a:t>+</a:t>
            </a:r>
            <a:r>
              <a:rPr lang="en-US" altLang="ko-KR" sz="1200" dirty="0">
                <a:solidFill>
                  <a:srgbClr val="FF0000"/>
                </a:solidFill>
              </a:rPr>
              <a:t>4.253</a:t>
            </a:r>
            <a:r>
              <a:rPr lang="ko-KR" altLang="en-US" sz="1200" dirty="0">
                <a:solidFill>
                  <a:srgbClr val="FF0000"/>
                </a:solidFill>
              </a:rPr>
              <a:t>만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CC5F08-0472-49D0-1091-ADEBCB2687D2}"/>
              </a:ext>
            </a:extLst>
          </p:cNvPr>
          <p:cNvSpPr txBox="1"/>
          <p:nvPr/>
        </p:nvSpPr>
        <p:spPr>
          <a:xfrm>
            <a:off x="1467063" y="1601459"/>
            <a:ext cx="628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41D2B5-A8D3-162C-1B77-A7EE14E15058}"/>
              </a:ext>
            </a:extLst>
          </p:cNvPr>
          <p:cNvSpPr txBox="1"/>
          <p:nvPr/>
        </p:nvSpPr>
        <p:spPr>
          <a:xfrm>
            <a:off x="4094283" y="1487189"/>
            <a:ext cx="2144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협심증</a:t>
            </a:r>
            <a:r>
              <a:rPr lang="en-US" altLang="ko-KR" sz="1200" dirty="0"/>
              <a:t>/</a:t>
            </a:r>
            <a:r>
              <a:rPr lang="ko-KR" altLang="en-US" sz="1200" dirty="0"/>
              <a:t>심부전</a:t>
            </a:r>
            <a:r>
              <a:rPr lang="en-US" altLang="ko-KR" sz="1200" dirty="0"/>
              <a:t>/</a:t>
            </a:r>
            <a:r>
              <a:rPr lang="ko-KR" altLang="en-US" sz="1200" dirty="0"/>
              <a:t>염증 </a:t>
            </a:r>
            <a:r>
              <a:rPr lang="en-US" altLang="ko-KR" sz="1200" dirty="0"/>
              <a:t>2</a:t>
            </a:r>
            <a:r>
              <a:rPr lang="ko-KR" altLang="en-US" sz="1200" dirty="0"/>
              <a:t>천</a:t>
            </a:r>
            <a:endParaRPr lang="en-US" altLang="ko-KR" sz="1200" dirty="0"/>
          </a:p>
          <a:p>
            <a:pPr algn="ctr"/>
            <a:r>
              <a:rPr lang="ko-KR" altLang="en-US" sz="1200" dirty="0"/>
              <a:t>부정맥 </a:t>
            </a:r>
            <a:r>
              <a:rPr lang="en-US" altLang="ko-KR" sz="1200" dirty="0"/>
              <a:t>1</a:t>
            </a:r>
            <a:r>
              <a:rPr lang="ko-KR" altLang="en-US" sz="1200" dirty="0"/>
              <a:t>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1E47E6-20FD-F0E6-54D5-D63C3378BDDC}"/>
              </a:ext>
            </a:extLst>
          </p:cNvPr>
          <p:cNvSpPr txBox="1"/>
          <p:nvPr/>
        </p:nvSpPr>
        <p:spPr>
          <a:xfrm>
            <a:off x="4599219" y="2090644"/>
            <a:ext cx="147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천</a:t>
            </a:r>
            <a:r>
              <a:rPr lang="en-US" altLang="ko-KR" dirty="0"/>
              <a:t>+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7911672-FF4F-86B1-BCA2-1159950CB5D4}"/>
              </a:ext>
            </a:extLst>
          </p:cNvPr>
          <p:cNvSpPr/>
          <p:nvPr/>
        </p:nvSpPr>
        <p:spPr>
          <a:xfrm>
            <a:off x="1952156" y="6342410"/>
            <a:ext cx="1260379" cy="139700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463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2206</TotalTime>
  <Words>4272</Words>
  <Application>Microsoft Office PowerPoint</Application>
  <PresentationFormat>A4 용지(210x297mm)</PresentationFormat>
  <Paragraphs>1273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은혜 최</dc:creator>
  <cp:lastModifiedBy>Windows</cp:lastModifiedBy>
  <cp:revision>36</cp:revision>
  <cp:lastPrinted>2025-11-26T02:01:06Z</cp:lastPrinted>
  <dcterms:created xsi:type="dcterms:W3CDTF">2025-05-17T14:02:33Z</dcterms:created>
  <dcterms:modified xsi:type="dcterms:W3CDTF">2026-03-08T13:04:38Z</dcterms:modified>
</cp:coreProperties>
</file>