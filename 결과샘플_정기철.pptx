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정기철 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15일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06월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
1,000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
1,000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2022.09.17)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350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40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6,100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98,100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25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980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(10/30/100/200/500)</a:t>
            </a:r>
            <a:r>
              <a:rPr lang="en-US" altLang="ko-KR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(10/30/100/200/400)</a:t>
            </a:r>
            <a:r>
              <a:rPr lang="en-US" altLang="ko-KR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