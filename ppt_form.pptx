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9875838" cy="143033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4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645237" y="252160"/>
            <a:ext cx="1942469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 님의 보장</a:t>
            </a:r>
            <a:r>
              <a:rPr lang="en-US" altLang="ko-KR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(전)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 flipV="1">
            <a:off x="234901" y="630456"/>
            <a:ext cx="6226845" cy="46583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3252707" y="240806"/>
            <a:ext cx="3150883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        년     월     일    기준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0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확인해주세요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4" y="2015941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60732" y="1986061"/>
            <a:ext cx="56938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
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93456" y="2406052"/>
            <a:ext cx="69762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급성심근
</a:t>
            </a:r>
            <a:endParaRPr lang="ko-KR" altLang="en-US" sz="1000" dirty="0">
              <a:highlight>
                <a:srgbClr val="FFFF00"/>
              </a:highlight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03732" y="4648191"/>
            <a:ext cx="2984117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암주요치료비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하이클래스(비급여)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
10억통장 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가입일: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___________)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</p:cNvCxnSpPr>
          <p:nvPr/>
        </p:nvCxnSpPr>
        <p:spPr>
          <a:xfrm>
            <a:off x="180355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1088760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1162498" cy="104644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MRI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상해의료비 </a:t>
            </a:r>
            <a:r>
              <a:rPr lang="en-US" altLang="ko-KR" sz="100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1217000" cy="147732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치아포함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골절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치아제외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) 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독감비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1579278" cy="102335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3%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832279" cy="101566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760144" cy="70788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en-US" altLang="ko-KR" sz="1000" dirty="0">
              <a:solidFill>
                <a:srgbClr val="000000"/>
              </a:solidFill>
              <a:highlight>
                <a:srgbClr val="FFFF00"/>
              </a:highlight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788999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090496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고액암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
</a:t>
            </a:r>
            <a:r>
              <a:rPr lang="en-US" altLang="ko-KR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일반암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통합암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    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84596" y="5551547"/>
            <a:ext cx="1694695" cy="196207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1~3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종수술비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4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/     /      /     /     )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1~7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98588" y="5674197"/>
            <a:ext cx="1685077" cy="192360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100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1~3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 /      /      /      )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1~7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2792752" cy="163121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/ 간병인지원일당 : 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latin typeface="HY엽서M"/>
              </a:rPr>
              <a:t>빈맥 :   염증 :   심근병증 :   심장판막 : </a:t>
            </a:r>
            <a:endParaRPr/>
          </a:p>
          <a:p>
            <a:r>
              <a:rPr sz="800">
                <a:latin typeface="HY엽서M"/>
              </a:rPr>
              <a:t>협심증 :   심부전 :   부정맥 : </a:t>
            </a: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D1F51E-58FF-E086-16CF-5E4D04E74E31}"/>
              </a:ext>
            </a:extLst>
          </p:cNvPr>
          <p:cNvSpPr txBox="1"/>
          <p:nvPr/>
        </p:nvSpPr>
        <p:spPr>
          <a:xfrm>
            <a:off x="4123016" y="1516746"/>
            <a:ext cx="128272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181</TotalTime>
  <Words>332</Words>
  <Application>Microsoft Office PowerPoint</Application>
  <PresentationFormat>A4 용지(210x297mm)</PresentationFormat>
  <Paragraphs>114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은혜 최</cp:lastModifiedBy>
  <cp:revision>18</cp:revision>
  <cp:lastPrinted>2026-08-02T13:49:29Z</cp:lastPrinted>
  <dcterms:created xsi:type="dcterms:W3CDTF">2025-05-17T14:02:33Z</dcterms:created>
  <dcterms:modified xsi:type="dcterms:W3CDTF">2026-08-02T15:18:52Z</dcterms:modified>
</cp:coreProperties>
</file>