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9875838" cy="143033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/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/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/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/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/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/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/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/>
          <p:nvPr/>
        </p:nvSpPr>
        <p:spPr>
          <a:xfrm>
            <a:off x="1645237" y="252160"/>
            <a:ext cx="1942469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님의 보장</a:t>
            </a:r>
            <a:r>
              <a:rPr lang="en-US" altLang="ko-KR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(전)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/>
          </p:cNvCxnSpPr>
          <p:nvPr/>
        </p:nvCxnSpPr>
        <p:spPr>
          <a:xfrm flipV="1">
            <a:off x="234901" y="630456"/>
            <a:ext cx="6226845" cy="46583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/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/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/>
          <p:nvPr/>
        </p:nvSpPr>
        <p:spPr>
          <a:xfrm>
            <a:off x="3252707" y="240806"/>
            <a:ext cx="3150883" cy="40011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ctr"/>
            <a:r>
              <a:rPr lang="ko-KR" altLang="en-US" sz="1800" dirty="0">
                <a:latin typeface="HY엽서M" panose="02030600000101010101" pitchFamily="18" charset="-127"/>
                <a:ea typeface="HY엽서M" panose="02030600000101010101" pitchFamily="18" charset="-127"/>
              </a:rPr>
              <a:t>        년     월     일    기준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/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algn="ctr"/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0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확인해주세요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/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/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/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/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/>
          <p:nvPr/>
        </p:nvSpPr>
        <p:spPr>
          <a:xfrm>
            <a:off x="488044" y="2015941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/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/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/>
          <p:nvPr/>
        </p:nvSpPr>
        <p:spPr>
          <a:xfrm>
            <a:off x="1460732" y="1986061"/>
            <a:ext cx="56938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
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/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/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/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/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/>
          <p:nvPr/>
        </p:nvSpPr>
        <p:spPr>
          <a:xfrm>
            <a:off x="4793456" y="2406052"/>
            <a:ext cx="697627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
</a:t>
            </a:r>
            <a:endParaRPr lang="ko-KR" altLang="en-US" sz="1000" dirty="0"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/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/>
          <p:nvPr/>
        </p:nvSpPr>
        <p:spPr>
          <a:xfrm>
            <a:off x="203732" y="4648191"/>
            <a:ext cx="298411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암주요치료비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하이클래스(비급여)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10억통장 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/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/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가입일: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___________)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/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/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/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/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/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/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/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/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/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/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/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/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/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MEMO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/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/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/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/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/>
          </p:cNvCxnSpPr>
          <p:nvPr/>
        </p:nvCxnSpPr>
        <p:spPr>
          <a:xfrm>
            <a:off x="180355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/>
          <p:nvPr/>
        </p:nvSpPr>
        <p:spPr>
          <a:xfrm>
            <a:off x="3535890" y="4748864"/>
            <a:ext cx="1088760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/>
          <p:nvPr/>
        </p:nvSpPr>
        <p:spPr>
          <a:xfrm>
            <a:off x="3531857" y="5608253"/>
            <a:ext cx="1162498" cy="104644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약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상해의료비 </a:t>
            </a:r>
            <a:r>
              <a:rPr lang="en-US" altLang="ko-KR" sz="100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/>
          <p:nvPr/>
        </p:nvSpPr>
        <p:spPr>
          <a:xfrm>
            <a:off x="3551991" y="3392764"/>
            <a:ext cx="1217000" cy="1477328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치아포함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골절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치아제외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독감비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1579278" cy="102335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832279" cy="101566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/>
          <p:nvPr/>
        </p:nvSpPr>
        <p:spPr>
          <a:xfrm>
            <a:off x="3531857" y="7017107"/>
            <a:ext cx="760144" cy="70788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en-US" altLang="ko-KR" sz="1000" dirty="0">
              <a:solidFill>
                <a:srgbClr val="000000"/>
              </a:solidFill>
              <a:highlight>
                <a:srgbClr val="FFFF00"/>
              </a:highlight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/>
          <p:nvPr/>
        </p:nvSpPr>
        <p:spPr>
          <a:xfrm>
            <a:off x="3531857" y="7841460"/>
            <a:ext cx="788999" cy="24622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/>
          <p:nvPr/>
        </p:nvSpPr>
        <p:spPr>
          <a:xfrm>
            <a:off x="162211" y="3342373"/>
            <a:ext cx="3090496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고액암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
</a:t>
            </a:r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일반암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통합암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  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통합전이암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전이암항암치료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중입자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 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/>
          <p:nvPr/>
        </p:nvSpPr>
        <p:spPr>
          <a:xfrm>
            <a:off x="84596" y="5551547"/>
            <a:ext cx="1694695" cy="196207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4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/     /      /     /     )</a:t>
            </a:r>
          </a:p>
          <a:p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/>
          <p:nvPr/>
        </p:nvSpPr>
        <p:spPr>
          <a:xfrm>
            <a:off x="1798588" y="5674197"/>
            <a:ext cx="1685077" cy="192360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00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1~3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 /      /      /      )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1~7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/>
          <p:nvPr/>
        </p:nvSpPr>
        <p:spPr>
          <a:xfrm>
            <a:off x="122009" y="7875924"/>
            <a:ext cx="2792752" cy="1631216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000" dirty="0">
                <a:solidFill>
                  <a:srgbClr val="00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  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/ 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  / 간병인지원일당 : </a:t>
            </a:r>
          </a:p>
        </p:txBody>
      </p:sp>
      <p:sp>
        <p:nvSpPr>
          <p:cNvPr id="93" name="TextBox 심장4종"/>
          <p:cNvSpPr txBox="1"/>
          <p:nvPr/>
        </p:nvSpPr>
        <p:spPr>
          <a:xfrm>
            <a:off x="3977639" y="1435608"/>
            <a:ext cx="2523744" cy="5212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latin typeface="HY엽서M"/>
              </a:rPr>
              <a:t>빈맥 :        염증 :        심근병증 :        심장판막 : </a:t>
            </a:r>
            <a:endParaRPr/>
          </a:p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1F51E-58FF-E086-16CF-5E4D04E74E31}"/>
              </a:ext>
            </a:extLst>
          </p:cNvPr>
          <p:cNvSpPr txBox="1"/>
          <p:nvPr/>
        </p:nvSpPr>
        <p:spPr>
          <a:xfrm>
            <a:off x="4123016" y="1516746"/>
            <a:ext cx="128272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협심증 :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    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심부전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부정맥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181</TotalTime>
  <Words>332</Words>
  <Application>Microsoft Office PowerPoint</Application>
  <PresentationFormat>A4 용지(210x297mm)</PresentationFormat>
  <Paragraphs>114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은혜 최</dc:creator>
  <cp:lastModifiedBy>은혜 최</cp:lastModifiedBy>
  <cp:revision>18</cp:revision>
  <cp:lastPrinted>2026-08-02T13:49:29Z</cp:lastPrinted>
  <dcterms:created xsi:type="dcterms:W3CDTF">2025-05-17T14:02:33Z</dcterms:created>
  <dcterms:modified xsi:type="dcterms:W3CDTF">2026-08-02T15:18:52Z</dcterms:modified>
</cp:coreProperties>
</file>