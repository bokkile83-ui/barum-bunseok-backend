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536" y="-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ECC7-735D-B6C5-D2A5-1F5B0C68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C2FDA2-0B68-2096-41D9-F8F7F61E58A2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  <a:r>
              <a:rPr sz="1000">
                <a:solidFill>
                  <a:srgbClr val="000000"/>
                </a:solidFill>
              </a:rPr>
              <a:t> 20000</a:t>
            </a:r>
            <a:r>
              <a:rPr sz="1000">
                <a:solidFill>
                  <a:srgbClr val="0000FF"/>
                </a:solidFill>
              </a:rPr>
              <a:t>/1000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  <a:r>
              <a:rPr sz="1000">
                <a:solidFill>
                  <a:srgbClr val="000000"/>
                </a:solidFill>
              </a:rPr>
              <a:t> 10000</a:t>
            </a:r>
          </a:p>
          <a:p>
            <a:r>
              <a:rPr lang="ko-KR" altLang="en-US" sz="8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80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8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6F667-2D02-695E-AC54-46B14A5985B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sz="1000">
                <a:solidFill>
                  <a:srgbClr val="0000FF"/>
                </a:solidFill>
              </a:rPr>
              <a:t> 21000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sz="1000">
                <a:solidFill>
                  <a:srgbClr val="0000FF"/>
                </a:solidFill>
              </a:rPr>
              <a:t> 500</a:t>
            </a:r>
          </a:p>
          <a:p>
            <a:r>
              <a:rPr lang="ko-KR" altLang="en-US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sz="1000">
                <a:solidFill>
                  <a:srgbClr val="0000FF"/>
                </a:solidFill>
              </a:rPr>
              <a:t> 5000</a:t>
            </a:r>
          </a:p>
          <a:p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sz="1000">
                <a:solidFill>
                  <a:srgbClr val="0000FF"/>
                </a:solidFill>
              </a:rPr>
              <a:t> 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28FDE7-C4C5-8E25-3012-E077B793D30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914357-0451-DD17-472A-EF06157D782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sz="1000">
                <a:solidFill>
                  <a:srgbClr val="0000FF"/>
                </a:solidFill>
              </a:rPr>
              <a:t> 100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A35EEA-8312-BEDB-774D-FD4B2B58D0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9D36AB3-E1D7-75A1-2C8D-D4D0145CCA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89D81F1E-1556-18FD-DEBA-F813E0382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97CA36D-CBB3-80E6-8AEF-1C8BFD17A7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2FD594E-B013-DD31-0E52-25AB3F0336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2C030499-E2D2-1D81-C7E7-231F64BCF5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D11BC3D-8A1B-7AED-E7C6-61D3099C8E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4129930-DD9F-1B53-A93B-B2FC7E7508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4043DC-09C1-0428-6614-E5678311FF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두*호님의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8A05753-FEF4-1DCB-0E99-3EBA3A61CE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BB05DC9-9210-ECB4-1A30-38557D5A25B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1BDB802-1FE5-E3BF-42A0-4AD513D9D7E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7C4F98-7A2D-D03B-D6FB-D03ACFAE5C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344EA8C-0AB9-C8FB-BA1E-03F2BB233E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47A09FF-F512-DD16-7826-9DCC4A0335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0D2384A-7101-10EF-F8C6-4ECF2A8A2F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D41D44-7284-00C7-0B81-73CA9B29FF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8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80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8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9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8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BEC2C4-A928-2D53-E884-FE81197833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911659E-AA37-7F9B-6F1F-2F0F6C6B89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14B4EA-0A1C-3F2F-88D5-1B0D8EA33F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A190480A-1589-488D-5AB5-D9428E448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F27CF28-3E9D-8A88-107B-8305C79AF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73824E3-DA8F-737D-2DFC-3F1F85A655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CFF8121-BECC-19F2-5CA0-B53D1D7374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sz="900">
                  <a:solidFill>
                    <a:srgbClr val="000000"/>
                  </a:solidFill>
                </a:rPr>
                <a:t> 1000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B1C38A1-318B-2107-E365-632958A4F3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8AB0CD3-DEC6-0584-01DB-D57A832D2E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  <a:r>
                <a:rPr sz="900">
                  <a:solidFill>
                    <a:srgbClr val="0000FF"/>
                  </a:solidFill>
                </a:rPr>
                <a:t> 9200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C6BF93B-C425-2D61-38E9-227F31C58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C1592A-DF89-CADE-EFDF-CE138E111D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sz="900">
                  <a:solidFill>
                    <a:srgbClr val="000000"/>
                  </a:solidFill>
                </a:rPr>
                <a:t> 1200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9933AF8-76F8-B973-27D9-A470D40A6A6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  <a:r>
                <a:rPr sz="900">
                  <a:solidFill>
                    <a:srgbClr val="000000"/>
                  </a:solidFill>
                </a:rPr>
                <a:t> 2000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89A88E0-9FA2-A350-A272-919E533E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  <a:r>
                <a:rPr sz="900">
                  <a:solidFill>
                    <a:srgbClr val="0000FF"/>
                  </a:solidFill>
                </a:rPr>
                <a:t> 8000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573A61-1897-AC49-72EF-B2D07214A1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199A641-F049-F8E2-8EA4-67462256927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EA1928A-5AB0-C965-DD83-18259794E2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1CFFEA-C8DF-6CD5-211E-6EABD11471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2437064-05CD-A12A-8D47-AB9DD9F0CAA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873DA0F-68D2-9BD5-B8AD-3AF7153E96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DB960B48-9B44-D986-1952-E9EC04991E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89DDF1B-EC29-2485-FD46-0BDC771E78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C1A9F02C-D5C6-8A06-EFAC-512917281B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0FB2B8AB-3033-77D4-40D9-7926A040F5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BD9C0190-BCB4-C9ED-2842-DF93310C9B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4CF05697-CCA4-11EE-3BCC-8D08B484C5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ABB4DB7-2BCB-DA1A-D77A-F5A0B45E12D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888733E9-8321-B544-91CA-C6DAB57880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6170892-9306-DD15-A1F7-37B3C24275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7C0F807-09B9-F971-3674-D39B3CAE33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257A13C-BE9C-C00D-8A34-3F713AE897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7406B274-7473-033E-7F89-34232DEAE0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FCEB890-E3BA-0651-6093-B086D110AF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58768B5E-78C2-C297-235A-6817AA94B6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2A66E5A-5C2F-0A18-2FF2-7383B98078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B3933CB5-16A9-3FAE-C4BE-8D4E2D227985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C797D6-F2D4-3B42-60E7-B9D3A2976F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D7F020-D00A-BC54-FCB5-876844155D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5000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30</a:t>
              </a:r>
            </a:p>
            <a:p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17AFE1-E0D4-0D03-FB8F-81B5CE9F8163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40</a:t>
              </a:r>
              <a:r>
                <a:rPr sz="1000">
                  <a:solidFill>
                    <a:srgbClr val="0000FF"/>
                  </a:solidFill>
                </a:rPr>
                <a:t>/50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100</a:t>
              </a:r>
              <a:r>
                <a:rPr sz="1000">
                  <a:solidFill>
                    <a:srgbClr val="0000FF"/>
                  </a:solidFill>
                </a:rPr>
                <a:t>/130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30</a:t>
              </a:r>
              <a:r>
                <a:rPr sz="1000">
                  <a:solidFill>
                    <a:srgbClr val="0000FF"/>
                  </a:solidFill>
                </a:rPr>
                <a:t>/50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10</a:t>
              </a:r>
              <a:r>
                <a:rPr sz="1000">
                  <a:solidFill>
                    <a:srgbClr val="0000FF"/>
                  </a:solidFill>
                </a:rPr>
                <a:t>/3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720DDF-C6C9-866A-0B6F-2735A76F6B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r>
                <a:rPr sz="1000">
                  <a:solidFill>
                    <a:srgbClr val="000000"/>
                  </a:solidFill>
                </a:rPr>
                <a:t> 8000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8900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3BF30E-84AC-C171-2CC0-48E55CAA07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65999</a:t>
              </a:r>
              <a:r>
                <a:rPr sz="1000">
                  <a:solidFill>
                    <a:srgbClr val="0000FF"/>
                  </a:solidFill>
                </a:rPr>
                <a:t>/2000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31A0F5-0D30-BC94-3945-66E68C34B3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2000</a:t>
              </a:r>
              <a:r>
                <a:rPr sz="1000">
                  <a:solidFill>
                    <a:srgbClr val="0000FF"/>
                  </a:solidFill>
                </a:rPr>
                <a:t>/25300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1330</a:t>
              </a:r>
              <a:r>
                <a:rPr sz="1000">
                  <a:solidFill>
                    <a:srgbClr val="0000FF"/>
                  </a:solidFill>
                </a:rPr>
                <a:t>/503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1000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표적: 3000 / 양성자·세기: 3000/2000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/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/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/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/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/>
              </a:r>
            </a:p>
            <a:p>
              <a:r>
                <a:rPr lang="ko-KR" altLang="en-US" sz="10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sz="1000">
                  <a:solidFill>
                    <a:srgbClr val="0000FF"/>
                  </a:solidFill>
                </a:rPr>
                <a:t> 1300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C12340-EF7A-8426-32B9-EF912AA4C4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sz="1000">
                  <a:solidFill>
                    <a:srgbClr val="000000"/>
                  </a:solidFill>
                </a:rPr>
                <a:t> 80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800" dirty="0">
                  <a:solidFill>
                    <a:srgbClr val="00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( 30/80/250/600/800 )</a:t>
              </a:r>
              <a:r>
                <a:rPr lang="en-US" altLang="ko-KR" sz="800" dirty="0">
                  <a:solidFill>
                    <a:srgbClr val="00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/>
              </a:r>
              <a:r>
                <a:rPr lang="en-US" altLang="ko-KR" sz="800" dirty="0">
                  <a:solidFill>
                    <a:srgbClr val="00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/>
              </a: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sz="800">
                  <a:solidFill>
                    <a:srgbClr val="000000"/>
                  </a:solidFill>
                </a:rPr>
                <a:t> 1000/500/200/100/30/30</a:t>
              </a:r>
            </a:p>
            <a:p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sz="800">
                  <a:solidFill>
                    <a:srgbClr val="0000FF"/>
                  </a:solidFill>
                </a:rPr>
                <a:t> 900</a:t>
              </a:r>
            </a:p>
            <a:p>
              <a:r>
                <a:rPr lang="ko-KR" altLang="en-US" sz="8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sz="800">
                  <a:solidFill>
                    <a:srgbClr val="000000"/>
                  </a:solidFill>
                </a:rPr>
                <a:t> 1000</a:t>
              </a:r>
              <a:r>
                <a:rPr sz="800">
                  <a:solidFill>
                    <a:srgbClr val="0000FF"/>
                  </a:solidFill>
                </a:rPr>
                <a:t>/900</a:t>
              </a:r>
            </a:p>
            <a:p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8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CD4289-6CBB-8572-BFB1-8329F4CC7E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sz="1000">
                  <a:solidFill>
                    <a:srgbClr val="000000"/>
                  </a:solidFill>
                </a:rPr>
                <a:t> 50</a:t>
              </a:r>
              <a:r>
                <a:rPr sz="1000">
                  <a:solidFill>
                    <a:srgbClr val="0000FF"/>
                  </a:solidFill>
                </a:rPr>
                <a:t>/100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8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( 40/90/250/800/2300 )</a:t>
              </a:r>
              <a:r>
                <a:rPr lang="en-US" altLang="ko-KR" sz="8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/>
              </a:r>
              <a:r>
                <a:rPr lang="en-US" altLang="ko-KR" sz="8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/>
              </a:r>
            </a:p>
            <a:p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800">
                  <a:solidFill>
                    <a:srgbClr val="000000"/>
                  </a:solidFill>
                </a:rPr>
                <a:t> 160</a:t>
              </a:r>
              <a:r>
                <a:rPr sz="800">
                  <a:solidFill>
                    <a:srgbClr val="0000FF"/>
                  </a:solidFill>
                </a:rPr>
                <a:t>/20</a:t>
              </a: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8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800">
                  <a:solidFill>
                    <a:srgbClr val="000000"/>
                  </a:solidFill>
                </a:rPr>
                <a:t> 50</a:t>
              </a:r>
              <a:r>
                <a:rPr sz="800">
                  <a:solidFill>
                    <a:srgbClr val="0000FF"/>
                  </a:solidFill>
                </a:rPr>
                <a:t>/100</a:t>
              </a:r>
            </a:p>
            <a:p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800">
                  <a:solidFill>
                    <a:srgbClr val="000000"/>
                  </a:solidFill>
                </a:rPr>
                <a:t> 50</a:t>
              </a:r>
              <a:r>
                <a:rPr sz="800">
                  <a:solidFill>
                    <a:srgbClr val="0000FF"/>
                  </a:solidFill>
                </a:rPr>
                <a:t>/30</a:t>
              </a:r>
            </a:p>
            <a:p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800">
                  <a:solidFill>
                    <a:srgbClr val="000000"/>
                  </a:solidFill>
                </a:rPr>
                <a:t> 500</a:t>
              </a:r>
            </a:p>
            <a:p>
              <a:r>
                <a:rPr lang="ko-KR" altLang="en-US" sz="8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800">
                  <a:solidFill>
                    <a:srgbClr val="000000"/>
                  </a:solidFill>
                </a:rPr>
                <a:t> 140</a:t>
              </a:r>
              <a:r>
                <a:rPr sz="800">
                  <a:solidFill>
                    <a:srgbClr val="0000FF"/>
                  </a:solidFill>
                </a:rPr>
                <a:t>/60</a:t>
              </a: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ACACAF9-54D6-2C8B-7298-8C1D617CCAE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  <a:r>
                <a:rPr sz="1000">
                  <a:solidFill>
                    <a:srgbClr val="000000"/>
                  </a:solidFill>
                </a:rPr>
                <a:t> 1008</a:t>
              </a:r>
            </a:p>
            <a:p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sz="1000">
                  <a:solidFill>
                    <a:srgbClr val="000000"/>
                  </a:solidFill>
                </a:rPr>
                <a:t> 3</a:t>
              </a:r>
              <a:r>
                <a:rPr sz="1000">
                  <a:solidFill>
                    <a:srgbClr val="0000FF"/>
                  </a:solidFill>
                </a:rPr>
                <a:t>/2</a:t>
              </a:r>
            </a:p>
            <a:p>
              <a:r>
                <a:rPr lang="ko-KR" altLang="en-US" sz="10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6231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4ED80-881A-0016-9FD3-C03FC8DA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18BDF7A-FB9F-AB57-1C0E-3417E647B502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9C0CC-8965-26CD-44F4-554D878DECC4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969E94-D530-14C4-D722-5A01F58410BE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06297D-96BB-3328-6696-BA728DB7D98C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51AA4E4-E16B-48F2-08EA-746933847D6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9D3D49D-CB44-83C5-3897-A858AF9E0D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59D3C62-9581-093D-43E6-603D587F7E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054CFD21-CDA5-B33E-0183-8B0328491D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8B8E6345-9A15-DE22-8195-040945A172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7376D2CB-444C-7D2C-4285-BEA5A5881B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7EE134B-E73B-F7D7-769C-5D0FADD363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D0A4400-7802-3127-406B-BB34802B89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9AAE9A-B26B-453E-0290-CA22E72C71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885F118-CB1A-B6C4-4186-94AF6EB3E4F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6C3C67C5-B24F-A4F7-DD31-53E95AD5A25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B3BA587-5C17-E3C5-E10B-C862F9F0FD8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7605D2-FDA8-39EB-9B56-6A64F879581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8B487F73-041F-0AE3-B2D1-24F23B0C5E0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1F462E4-0DA4-57BE-3BC1-CE643378ACD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7196599-1316-5834-CFEB-31F103991D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0207D0-D9F3-073C-ECDD-B1FEB7A66B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62B2B4-1006-E4D8-DD4E-9DE0479D01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02F31BD-8553-3461-9B8A-D9905F28BA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55C1395-96B0-3A32-CBE7-FC9C1700FBD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0CA6776-0E49-5C0E-EAEC-A204077924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8853C3E-D9AE-D1EB-896E-C310818D56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7CE53A09-C021-BE68-5ABE-0C5862D0F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94FE546-EA26-2F89-36E5-E2102218D1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569177B-CD73-EB79-DD37-E6853E024BD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C37678-923E-C140-BA53-24D479CE886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C63A15D-7606-FF5C-441C-34C7F11124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9687C65-1D98-F74B-52A2-FC21B8B5A80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A4E65E3-F094-6AC9-212A-B910985325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FACFB38-3E12-A929-97D6-EB5FEAF3019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E2BEF99-096D-A32E-B66A-68E72547F8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489B3E4-4996-9D3B-5295-327DF2AD909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909E237-B03E-6BB6-F2EA-078CE180C2E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36EA02F-941C-1A5F-5272-C33B3453C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5486651-7A47-9B80-D7CA-46F01F1B12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324971F-C86E-48CE-E9F8-A3EEC2947D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3FD75DD3-A1AD-3A06-AAD2-B79AFA8F3B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B5D553A-2CA1-D6C5-95D3-B07B936BBB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1B0E4755-4269-5F90-B7D5-5B878936E3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5B7477AA-61D0-B3CE-97AF-5F3945C132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8E67240A-614F-D5C9-CD83-81C89D1024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F4C23608-CEA2-6F5E-5E2D-A3DA76213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2DDE7AF-073D-887E-1D24-06C233AF61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1D54117A-3CB8-DD36-8F38-5537FAA0F8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C470C37-09D1-6403-3057-8C06B321946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F7256631-0F6C-D205-CB59-96817479DB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E7ABB14-9432-1278-BC69-D2C5F6CD907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F2BFB94-F59C-7117-0951-245EA1FDF2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B1C4C3C-DCD6-1FC0-911E-F4778A6F05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4528FA68-2608-4A45-8971-280D9A96E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0C17571-1CEA-B3F1-1086-F44CD6AA15E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4461A697-54EE-120E-3E78-BE1908A9B5C9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18F742-17C7-EFEF-3267-F3D1A9BE0E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0F4608-F92D-0DA1-8690-967E4778DA9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ABE47D-9D4B-5D1C-33D1-AFE4192C21E5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F5F1345-1A36-AE84-6924-4382A3C34F1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AD04C1-0E82-F836-24F3-D9C3070528E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63B856-2DD3-ED17-A0DA-D0FDF4657DB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8317901-A94B-9143-CE20-10BEC735FC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16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831617-56A2-0D80-9372-1A6CC6AB8CF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B3FA0A-082F-1ED5-E673-6541B20D9A3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59E916E-33B1-F3F1-5198-51ED5CCAF6EB}"/>
              </a:ext>
            </a:extLst>
          </p:cNvPr>
          <p:cNvSpPr txBox="1"/>
          <p:nvPr/>
        </p:nvSpPr>
        <p:spPr>
          <a:xfrm>
            <a:off x="400910" y="184310"/>
            <a:ext cx="133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이원일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B2785D-FA53-1CEE-700D-6B6E029103CA}"/>
              </a:ext>
            </a:extLst>
          </p:cNvPr>
          <p:cNvSpPr txBox="1"/>
          <p:nvPr/>
        </p:nvSpPr>
        <p:spPr>
          <a:xfrm>
            <a:off x="3351363" y="25180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26</a:t>
            </a:r>
            <a:endParaRPr lang="ko-KR" altLang="en-US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3033AB-F427-19E0-9882-76B7892177C8}"/>
              </a:ext>
            </a:extLst>
          </p:cNvPr>
          <p:cNvSpPr txBox="1"/>
          <p:nvPr/>
        </p:nvSpPr>
        <p:spPr>
          <a:xfrm>
            <a:off x="4020888" y="277454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05</a:t>
            </a:r>
            <a:endParaRPr lang="ko-KR" altLang="en-US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BA2DE7-00F1-E333-382F-2A0C447BEB90}"/>
              </a:ext>
            </a:extLst>
          </p:cNvPr>
          <p:cNvSpPr txBox="1"/>
          <p:nvPr/>
        </p:nvSpPr>
        <p:spPr>
          <a:xfrm>
            <a:off x="4791857" y="278662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22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A05F66-C75E-DEB4-C74B-4073DDCD678B}"/>
              </a:ext>
            </a:extLst>
          </p:cNvPr>
          <p:cNvSpPr txBox="1"/>
          <p:nvPr/>
        </p:nvSpPr>
        <p:spPr>
          <a:xfrm>
            <a:off x="1295401" y="2176849"/>
            <a:ext cx="901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1</a:t>
            </a:r>
            <a:r>
              <a:rPr lang="ko-KR" altLang="en-US" sz="1600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B33DAB-D6DB-764D-6697-5C1F8933DCA1}"/>
              </a:ext>
            </a:extLst>
          </p:cNvPr>
          <p:cNvSpPr txBox="1"/>
          <p:nvPr/>
        </p:nvSpPr>
        <p:spPr>
          <a:xfrm>
            <a:off x="4715837" y="2621737"/>
            <a:ext cx="901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1</a:t>
            </a:r>
            <a:r>
              <a:rPr lang="ko-KR" altLang="en-US" sz="1600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1559839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4869-0939-BFF4-688F-0E3E18102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7C11CB-FC70-CF67-1BC2-30AE97CC74E9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1100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B5B946-1922-33D3-9942-411389524E77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</a:t>
            </a:r>
            <a:r>
              <a:rPr lang="ko-KR" altLang="en-US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27286-31AB-5274-A071-879EDAF02862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79F9CD-7050-710A-6D6C-F6A3CC10395F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4A59B56-31A3-8079-193C-EC0D26174DD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E205A3D-1A5F-BC2C-AE81-0E198B85EE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F801A661-5DEA-AB21-BDD3-C9395FFE68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4BFAC782-A230-9860-B1B5-DAF564D29A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24476CB-B5C1-706A-8D42-46905AC3C1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69A09AB-3691-97BE-6C3D-0E0C8061E6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17D066D-3051-111C-1EE1-5A70C65B53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4054FF1-D8B7-EB4B-38A3-F0162304F5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6411DB7-79C1-0087-AC32-59BB33566C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B45B54C3-FCE1-79AA-4640-447A8711212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E842C5BD-D23B-713A-E5E5-91DF874ABEA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9006CC2D-7BDD-0BA6-2BAE-630722FECA5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6B3C075-7194-26D5-8B3A-F7EE3DDBB5B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AF0994C9-5921-B918-C304-31B2ED68FA7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6996844-114B-F141-D309-8497E88197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64B40A5-7257-8A05-76C2-0B482BB8F76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E8470A9-B924-7415-54EC-88F02D10543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0786E99-3454-89AD-81F4-85AD2EF898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B721E2C-8872-0DC9-D2AE-6117EDCEA7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57233F-391F-E44C-DA4A-18388214891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0D4F393-A5B4-B0CC-048C-03F24BE4F5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4D53C8F1-6727-9BC5-DEA9-8CCC77D35C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F55DA1A-794C-E2A8-2E76-4136640726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250CDE4-4059-C114-E6B4-1691887C23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14AA126-A084-982B-575C-A5A8DBEDD31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E0AB3FD-663B-EDEE-70FD-05419E82CF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4AFC13F-7307-BD77-F138-CE7BCBD15A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(10</a:t>
              </a:r>
              <a:r>
                <a:rPr lang="ko-KR" altLang="en-US" sz="1000" b="1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년갱신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3360382-DD06-D140-EAB0-9F99358837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992EFCD-0D92-938D-20AF-142E66C5453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EED246F-AD2C-F0DE-E467-2E4A02B547D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6C3083B-D40C-D0BE-6D8D-BB5106EBAA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(10</a:t>
              </a:r>
              <a:r>
                <a:rPr lang="ko-KR" altLang="en-US" sz="1000" b="1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년갱신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88B8D17-395D-A646-33C6-D7526A59113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2FB8F7E-2A4B-97A1-DB70-35ED0A6F8A9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3B57BF7-E5DA-5FD2-12CC-005D66C57F4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0CCCCC6-72EF-A136-A697-5697B31DB37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642F917-4AD0-E678-8715-7ED73CE1263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43B5C4D0-50BA-EA99-DE07-E478D4624B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34C2103-BFA8-95C8-E99C-5D721167FEB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3F1054E2-D48B-330A-AFAE-2A4CD8A220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F885FAEF-9F5E-35D5-9845-ADEB740F16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10A19ACA-62C4-A06F-7BCA-079D683310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7A9D6CC6-D976-BCD7-A791-0C58C6E5D4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4B5676F-BF90-DED4-D950-BA804E78D1D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360192B-7BE1-0961-FA3B-D83F21DD78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181A66E-956F-8356-4393-BECFA57BBBE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404A8DF6-9AA8-CAF9-3512-50C0005875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9754688-958E-FB2B-4599-41165A6E855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34C14F18-942B-DE92-C668-B0D8D0BC06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C6D51F6-038B-D826-9370-0455D1567C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C0FD416A-8A52-14DD-1B09-1787F36878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15B66C3-0DAD-FB84-8421-C2B2C48D4DE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64611EA5-5856-79AE-8F5D-2506FC1F4F12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D664D0-4C39-B961-3ADA-E03A793E63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F36694-45B4-9896-3301-D7B7C1BBBAD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0F08BF-7727-DABC-76E9-8A807D33E06E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F33870-F322-2A69-19AE-41D13DAA51F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EBDC7B-A3DA-95B7-D5BE-6A7304695A67}"/>
                </a:ext>
              </a:extLst>
            </p:cNvPr>
            <p:cNvSpPr txBox="1">
              <a:spLocks/>
            </p:cNvSpPr>
            <p:nvPr/>
          </p:nvSpPr>
          <p:spPr>
            <a:xfrm>
              <a:off x="3531857" y="7749127"/>
              <a:ext cx="2520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교통상해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561E4F-901C-8244-DABC-48BD2E76B99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1200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AA82EE-59E5-D9A9-E304-E5B311416AD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u="sng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u="sng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u="sng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u="sng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or</a:t>
              </a:r>
            </a:p>
            <a:p>
              <a:r>
                <a:rPr lang="en-US" altLang="ko-KR" sz="1200" u="sng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u="sng" dirty="0" err="1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대제외수술</a:t>
              </a:r>
              <a:r>
                <a:rPr lang="en-US" altLang="ko-KR" sz="1200" u="sng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140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(1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회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천만원</a:t>
              </a:r>
              <a:endPara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05D82D-89E6-83DA-88CB-9DC97DF8A3A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1DD79A-1CA8-2BBF-C36D-12EF2FAEED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지원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지원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지원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(5</a:t>
              </a:r>
              <a:r>
                <a:rPr lang="ko-KR" altLang="en-US" sz="12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년갱신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지원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A5CA181-8478-3779-4589-4AF3632C5D78}"/>
              </a:ext>
            </a:extLst>
          </p:cNvPr>
          <p:cNvSpPr txBox="1"/>
          <p:nvPr/>
        </p:nvSpPr>
        <p:spPr>
          <a:xfrm>
            <a:off x="400910" y="184310"/>
            <a:ext cx="133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/>
              <a:t>정영선</a:t>
            </a:r>
            <a:endParaRPr lang="ko-KR" alt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82F177-6255-BD8E-7D66-841A242D6B21}"/>
              </a:ext>
            </a:extLst>
          </p:cNvPr>
          <p:cNvSpPr txBox="1"/>
          <p:nvPr/>
        </p:nvSpPr>
        <p:spPr>
          <a:xfrm>
            <a:off x="3351363" y="25180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26</a:t>
            </a:r>
            <a:endParaRPr lang="ko-KR" altLang="en-US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1765A-AA16-409C-DF3A-4EDDF1AF3416}"/>
              </a:ext>
            </a:extLst>
          </p:cNvPr>
          <p:cNvSpPr txBox="1"/>
          <p:nvPr/>
        </p:nvSpPr>
        <p:spPr>
          <a:xfrm>
            <a:off x="4020888" y="277454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04</a:t>
            </a:r>
            <a:endParaRPr lang="ko-KR" altLang="en-US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4AA96D-7AF3-0D4B-C528-1BE96276B951}"/>
              </a:ext>
            </a:extLst>
          </p:cNvPr>
          <p:cNvSpPr txBox="1"/>
          <p:nvPr/>
        </p:nvSpPr>
        <p:spPr>
          <a:xfrm>
            <a:off x="4791857" y="278662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27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8589F8-E343-9B0E-A69A-3ED91693F266}"/>
              </a:ext>
            </a:extLst>
          </p:cNvPr>
          <p:cNvSpPr txBox="1"/>
          <p:nvPr/>
        </p:nvSpPr>
        <p:spPr>
          <a:xfrm>
            <a:off x="1013460" y="1650006"/>
            <a:ext cx="151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1500</a:t>
            </a:r>
            <a:r>
              <a:rPr lang="ko-KR" altLang="en-US" dirty="0"/>
              <a:t>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1EF612-CC65-D68C-E358-A4F870B8C4B2}"/>
              </a:ext>
            </a:extLst>
          </p:cNvPr>
          <p:cNvSpPr txBox="1"/>
          <p:nvPr/>
        </p:nvSpPr>
        <p:spPr>
          <a:xfrm>
            <a:off x="986453" y="2167816"/>
            <a:ext cx="151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1500</a:t>
            </a:r>
            <a:r>
              <a:rPr lang="ko-KR" altLang="en-US" dirty="0"/>
              <a:t>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DAF784-EA1B-B206-054A-03CBE3C451E9}"/>
              </a:ext>
            </a:extLst>
          </p:cNvPr>
          <p:cNvSpPr txBox="1"/>
          <p:nvPr/>
        </p:nvSpPr>
        <p:spPr>
          <a:xfrm>
            <a:off x="999062" y="2671490"/>
            <a:ext cx="151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FEF7D6-95BF-C70C-3B22-44D6AA2BBA9A}"/>
              </a:ext>
            </a:extLst>
          </p:cNvPr>
          <p:cNvSpPr txBox="1"/>
          <p:nvPr/>
        </p:nvSpPr>
        <p:spPr>
          <a:xfrm>
            <a:off x="4414179" y="2609709"/>
            <a:ext cx="151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3500</a:t>
            </a:r>
            <a:r>
              <a:rPr lang="ko-KR" altLang="en-US" dirty="0"/>
              <a:t>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270E21-975E-21A2-0F2A-FEA66D34235E}"/>
              </a:ext>
            </a:extLst>
          </p:cNvPr>
          <p:cNvSpPr txBox="1"/>
          <p:nvPr/>
        </p:nvSpPr>
        <p:spPr>
          <a:xfrm>
            <a:off x="4391881" y="2090246"/>
            <a:ext cx="151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1500</a:t>
            </a:r>
            <a:r>
              <a:rPr lang="ko-KR" altLang="en-US" dirty="0"/>
              <a:t>만</a:t>
            </a:r>
          </a:p>
        </p:txBody>
      </p:sp>
    </p:spTree>
    <p:extLst>
      <p:ext uri="{BB962C8B-B14F-4D97-AF65-F5344CB8AC3E}">
        <p14:creationId xmlns:p14="http://schemas.microsoft.com/office/powerpoint/2010/main" val="3266045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5E0B4-3D5C-55FE-33C7-57EFB32A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5CF9F1C-9831-65E2-E245-2B558B857C3E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18AD7-8D4E-C9BC-C29B-B1B67AB8C5DB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E464C-BCA9-43AF-E7B6-2A0D4B38DABD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1858FD-31A9-ACD2-7AE9-2B876DFE23C7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2B505D4-11A8-BED3-8F49-687AE71969C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B274356-3C68-7EDE-36C3-0BDDA7D701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E4B0C3C6-7920-35E6-DEDA-51A20068B8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F7DDFD6-2C54-CD26-EBED-55AAAE2EDE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B70FF99-CD9B-C010-0783-956733EBCA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9C8AF503-A5A2-F338-E4EC-4948CDADBD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E8A84D78-7F9F-AC24-6DCE-418028E300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10C72FB-E967-DB4A-36C5-582096986E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535B68-E0A5-AF8A-EEEC-31BC1B7D234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35DD274-8FA8-E0F9-CCDF-D59F2AF444D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47204FE-A6CC-2061-884F-32616849F0D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522EC88-4290-D6CE-BE06-1021D4406D5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DA870FF-02CE-A98C-CC19-5C2060093C8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594B3D2-714D-70DA-6109-39FC969F8FB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713D1E-1985-003B-9056-FF773BE9F38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365247-F649-96FB-60DE-E366BCC3224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091B765-8776-F32A-7187-B33AF6C3B6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B6B2E9-13BC-A6B3-4140-7EE9B88438C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92DA0C0-FA04-CBC1-5872-2B224F43BC6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66FA2A4-9924-7373-8216-AB2058D0D55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5E2C1F3-D0C5-08EC-F371-0A5F481B2A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5EEA09D-EE9A-20F8-9A16-B9B04CF7BC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77DD4FE-AC38-B3D6-1C83-865756B9D6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F42F121-143C-4324-F366-4B7673BCAD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C27847E-CDF3-D156-4746-729819017C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5191720-FD92-8901-7774-BF699868C20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7D45D76-320A-AE5E-DDE5-2EB4E4039F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FF14B5-0851-6032-9C21-6B057E73195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D31BBBC-9DBC-ED3F-DF2D-F2093F9017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DDB0AD-C39E-0AAB-48EF-F272E9C753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B6D797-71AA-A1A1-0CAD-FEBEC812F70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752B177-95A1-D16A-C00A-9EFF7AA6061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상급암주요치료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상급비급여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8ECB6D8-BC4F-8CE0-AEDB-66083858577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EE8FD8F-7369-A41F-5417-05242B6012D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4ADC704-DB74-2762-49B1-C49C2B948F6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8FD1A45-6D11-3218-FCFB-A44965E23B7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044DEC99-A83B-0CA9-58E7-E8535BCBD3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2F00969-3B9A-7D68-F4DD-4B41A03DB7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A831D43B-7A87-FCF8-0384-942DB6E057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A6F0DE2A-4486-D6E5-F8A1-C5ECDD09EB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3B1E2CF6-5290-EA4B-CE5F-3A41596295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6D8E5ED-9F3B-328F-BD46-91FBC9B3EB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2C58377-24F8-81F5-0EE9-3310C0C9DE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541FF033-DD1E-F15F-3010-3B418A21BB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2510ADD-195E-A87C-5A88-4A9CE317FA9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FE2025C4-9079-A304-8C19-377BEB8237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AA9CD0D-ECD9-7BFC-94F2-A9D0D6AF6B1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748CB241-9937-A094-CCC3-065191A449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4DF3C80-2199-C626-51E7-6FE96035C2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C332CB6-D698-7AC2-5979-78AF9C200D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19AC45B-62C4-D819-8C46-68A0D998006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79DC6E0F-BC25-22C5-9B55-4396B6E6397C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4E6923-F634-AFAB-E7CD-A7BCDFB13B2B}"/>
                </a:ext>
              </a:extLst>
            </p:cNvPr>
            <p:cNvSpPr txBox="1">
              <a:spLocks/>
            </p:cNvSpPr>
            <p:nvPr/>
          </p:nvSpPr>
          <p:spPr>
            <a:xfrm>
              <a:off x="3531857" y="4673080"/>
              <a:ext cx="2520000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수두</a:t>
              </a:r>
              <a:r>
                <a:rPr lang="en-US" altLang="ko-KR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독감</a:t>
              </a:r>
              <a:r>
                <a:rPr lang="en-US" altLang="ko-KR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900" b="1" dirty="0" err="1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수족구</a:t>
              </a:r>
              <a:r>
                <a:rPr lang="en-US" altLang="ko-KR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9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6D921A-DBFA-D8C6-9279-0CDE7BE8FF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ACE5CC-E2CA-88D0-90EA-E7D44BD8615C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4B085F-D465-EFA7-6F04-2CA5B55CE1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4A00EC-8C1E-4EFE-0728-297767136A0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E1F1E0-C106-DD43-CD19-87D42196ADA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전이암항암치료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중입자치료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7B3776-D09E-7730-5354-CDD518DFDE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(30/30/300/`1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/1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119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790EE1C-C434-4133-E529-B62B6A365E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( 20/50/100/500/1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150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19C5C3-BC85-A6EC-6678-47551A5D02A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(1-20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1A97C9B-9069-A7B9-D7DB-48B40A7B3D20}"/>
              </a:ext>
            </a:extLst>
          </p:cNvPr>
          <p:cNvSpPr txBox="1"/>
          <p:nvPr/>
        </p:nvSpPr>
        <p:spPr>
          <a:xfrm>
            <a:off x="400910" y="184310"/>
            <a:ext cx="133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/>
              <a:t>김이안</a:t>
            </a:r>
            <a:endParaRPr lang="ko-KR" alt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4D436C-0B61-AAF4-9077-D66C264A66A8}"/>
              </a:ext>
            </a:extLst>
          </p:cNvPr>
          <p:cNvSpPr txBox="1"/>
          <p:nvPr/>
        </p:nvSpPr>
        <p:spPr>
          <a:xfrm>
            <a:off x="2422875" y="289306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47EA29-5BC4-D2D3-E00D-7DEF88E9A8BB}"/>
              </a:ext>
            </a:extLst>
          </p:cNvPr>
          <p:cNvSpPr txBox="1"/>
          <p:nvPr/>
        </p:nvSpPr>
        <p:spPr>
          <a:xfrm>
            <a:off x="3351363" y="25180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26</a:t>
            </a:r>
            <a:endParaRPr lang="ko-KR" altLang="en-US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553469-8503-A2E3-3DEB-F895BE420FF6}"/>
              </a:ext>
            </a:extLst>
          </p:cNvPr>
          <p:cNvSpPr txBox="1"/>
          <p:nvPr/>
        </p:nvSpPr>
        <p:spPr>
          <a:xfrm>
            <a:off x="4020888" y="277454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03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7EA073-66DB-909F-8B5A-02E96D58E758}"/>
              </a:ext>
            </a:extLst>
          </p:cNvPr>
          <p:cNvSpPr txBox="1"/>
          <p:nvPr/>
        </p:nvSpPr>
        <p:spPr>
          <a:xfrm>
            <a:off x="4791857" y="278662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28</a:t>
            </a:r>
            <a:endParaRPr lang="ko-KR" altLang="en-US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A86F69-FE7E-1E15-3C5B-0EA2D8079C31}"/>
              </a:ext>
            </a:extLst>
          </p:cNvPr>
          <p:cNvSpPr txBox="1"/>
          <p:nvPr/>
        </p:nvSpPr>
        <p:spPr>
          <a:xfrm>
            <a:off x="1060095" y="160621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3</a:t>
            </a:r>
            <a:r>
              <a:rPr lang="ko-KR" altLang="en-US" sz="2000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8CCA89-42F9-69DD-1ACE-5FAE11526399}"/>
              </a:ext>
            </a:extLst>
          </p:cNvPr>
          <p:cNvSpPr txBox="1"/>
          <p:nvPr/>
        </p:nvSpPr>
        <p:spPr>
          <a:xfrm>
            <a:off x="3955327" y="1479441"/>
            <a:ext cx="2534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3</a:t>
            </a:r>
            <a:r>
              <a:rPr lang="ko-KR" altLang="en-US" sz="1200" dirty="0"/>
              <a:t>천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500</a:t>
            </a:r>
            <a:r>
              <a:rPr lang="ko-KR" altLang="en-US" sz="1200" dirty="0"/>
              <a:t>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BFE8DB-4A36-D2B8-33EA-766B865BA0BA}"/>
              </a:ext>
            </a:extLst>
          </p:cNvPr>
          <p:cNvSpPr txBox="1"/>
          <p:nvPr/>
        </p:nvSpPr>
        <p:spPr>
          <a:xfrm>
            <a:off x="4497161" y="2584602"/>
            <a:ext cx="1339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</a:t>
            </a:r>
            <a:r>
              <a:rPr lang="ko-KR" altLang="en-US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289947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27F74-4BD0-6962-15E8-F0949401A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1833F48-4E97-F652-84CD-1435DE09A069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  <a:r>
              <a:rPr lang="en-US" altLang="ko-KR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</a:t>
            </a:r>
            <a:r>
              <a:rPr lang="ko-KR" altLang="en-US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b="1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122C1F-0723-9196-68BA-4CC4860A5077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6A1A93-66ED-84B6-A583-480706D7FBD2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69D7A5-CC8F-3227-3D9E-4D441BDDEA21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CF58E84-0118-A170-A9AA-8620079533B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959F003-CC5C-6098-4186-DCC7946CB2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5FD989C-25BB-43F8-FD9F-46B7AAD8FD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075AF941-9355-1CA3-F428-6C4411204E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E9C7A349-1F89-AFDA-1893-5B011288F8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7A6E49D-D833-92C0-D2BC-26FB499BF7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06AE9DF-3CA2-CD31-3966-C5DFD630CE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C49A1AE0-57BA-22C2-8C23-195372361C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13BA76-0138-9130-F1EC-93F85A4838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22B526C-C184-54F2-FEBB-FB7DC9494B0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1A94C9D-30C0-E03D-FAEF-EE104B2F98A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6AEEF44-38AB-F782-C4DA-F7B78A3C5F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D609FFC-B4AC-E358-1159-9543D2F6F7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CFBCC773-270F-F094-C6C3-9351FEA7999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0A369EF-2169-A1FE-AF3A-F103F9A1757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32AEEDE-9BBF-FE08-6C52-0F4AC05AB0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5DDB2AB-892F-0CD8-4B50-23C84FB201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D2CC107-C3E8-9A70-F2A0-DEC39514D4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E21E499-3C58-0111-D853-31635DA981A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4819FAA-FB8A-1D2E-C226-98BB397D97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CF7AFE2-54AD-045A-295C-0685D493E3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7F7423B-453C-719F-7791-23E66D1F94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B88174E-BE50-E553-75BF-17E6C7977C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6FB3ABA-EDC9-063A-3B46-573D2F8B91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E3DCDCC-18D1-0265-0BAA-FA8E9DC4345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0DCA7C2-2CBA-110E-4106-22F9D7E25ED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F674336-393E-C989-DA87-3642BAD959B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E323ABD-A57B-BD99-4DB5-1A986A54F35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6202EF7-8CF0-0949-CD72-5F5EC3D4980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6A4ABD0-694B-0944-3CFF-A779EFF94D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7E34CB0-0AD9-BB09-063E-8C7E1771C45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93BFF2C-2834-068D-02BE-1B3F1432DC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0E3992-29C0-EAEA-B021-C9C2C8E9DAB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7A812EC-CFC3-F9AE-D858-0EC5FCD22D3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2011.05 )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99197E0-76A6-6A9D-0172-ADE80500B22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C8C2756-6423-921C-73BF-3755744938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5A0EAE72-497B-D1FC-E8B1-8E09CAF032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742CCA0-6D30-7DA7-5C7A-F76DC1436B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04FCECE4-20B3-C97E-412E-BBC400E2F3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9CA716B7-9658-B6AB-37FC-6E094483AE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54E52DBC-35E8-B270-FF25-AF9BCA79AC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6C7A68C-1BD2-EDB1-F95E-7FC843F504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623CE2-09F1-8AF6-431A-51C4BF22918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283DC410-39EF-D723-879A-BDF6509DC6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629236E-360B-A24F-57AD-A8CFF359420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CB004BF5-46AF-8A8E-40F6-15845681A3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CA531D1-199F-BFF5-612D-4FEC9340AC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75FB0BB-1996-3007-6C73-5A7007D808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3A37A6D-A69E-85B6-3644-8006ED712E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94695EEB-6B03-541C-7862-DC6EC612C9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95699F6-EC22-075C-76DD-EA5CAC3431D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B21E68AA-AB24-AB72-AC90-B4FC1F8189CB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74A9F7-CF11-A5EB-9093-717EC48390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1C19C9-DF29-9406-CCDC-AE3F125D8A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6F3571-88C5-92CD-8C66-D7D18995E3F6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4A1444-A44D-0700-3DB2-DBC97A4D2D5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8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9.300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D02E1D-58F5-722C-95F4-8B1884FB8E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5300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7510CF1-E56D-3300-8917-FC4619E4ADD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600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특정암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8A3C49-D71F-8B48-CF3A-A71C4ADC7D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082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최대</a:t>
              </a:r>
              <a:r>
                <a:rPr lang="en-US" altLang="ko-KR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120</a:t>
              </a:r>
              <a:r>
                <a:rPr lang="ko-KR" altLang="en-US" sz="900" b="1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만가입</a:t>
              </a:r>
              <a:endParaRPr lang="en-US" altLang="ko-KR" sz="9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0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+400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A16AA6-63DB-F183-9725-A66F32D0C0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923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최대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120</a:t>
              </a:r>
              <a:r>
                <a:rPr lang="ko-KR" altLang="en-US" sz="1000" b="1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만가입</a:t>
              </a:r>
              <a:endParaRPr lang="en-US" altLang="ko-KR" sz="10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26ECD7-2183-E3C9-B0A3-C01DF9C7378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6</a:t>
              </a:r>
              <a:r>
                <a:rPr lang="ko-KR" altLang="en-US" sz="1200" b="1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A43632E-54B8-95CC-01DF-EE2140BCB683}"/>
              </a:ext>
            </a:extLst>
          </p:cNvPr>
          <p:cNvSpPr txBox="1"/>
          <p:nvPr/>
        </p:nvSpPr>
        <p:spPr>
          <a:xfrm>
            <a:off x="400910" y="184310"/>
            <a:ext cx="133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박소연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EEED18-FF1F-A257-B653-2DE7A4AE6F46}"/>
              </a:ext>
            </a:extLst>
          </p:cNvPr>
          <p:cNvSpPr txBox="1"/>
          <p:nvPr/>
        </p:nvSpPr>
        <p:spPr>
          <a:xfrm>
            <a:off x="2422875" y="289306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55B720-4C9A-84DE-FA25-F5EB8BDB6004}"/>
              </a:ext>
            </a:extLst>
          </p:cNvPr>
          <p:cNvSpPr txBox="1"/>
          <p:nvPr/>
        </p:nvSpPr>
        <p:spPr>
          <a:xfrm>
            <a:off x="3351363" y="25180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26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6CBC05-0BAB-84A0-8379-135A2B864347}"/>
              </a:ext>
            </a:extLst>
          </p:cNvPr>
          <p:cNvSpPr txBox="1"/>
          <p:nvPr/>
        </p:nvSpPr>
        <p:spPr>
          <a:xfrm>
            <a:off x="4020888" y="277454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03</a:t>
            </a:r>
            <a:endParaRPr lang="ko-KR" altLang="en-US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CD3725-82FA-40F4-59F2-C2C71C5067EA}"/>
              </a:ext>
            </a:extLst>
          </p:cNvPr>
          <p:cNvSpPr txBox="1"/>
          <p:nvPr/>
        </p:nvSpPr>
        <p:spPr>
          <a:xfrm>
            <a:off x="4791857" y="278662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28</a:t>
            </a:r>
            <a:endParaRPr lang="ko-KR" altLang="en-US" sz="2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7BBCDA-E740-7DC9-5856-27A17D3F8620}"/>
              </a:ext>
            </a:extLst>
          </p:cNvPr>
          <p:cNvSpPr txBox="1"/>
          <p:nvPr/>
        </p:nvSpPr>
        <p:spPr>
          <a:xfrm>
            <a:off x="1391879" y="2199743"/>
            <a:ext cx="985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2</a:t>
            </a:r>
            <a:r>
              <a:rPr lang="ko-KR" altLang="en-US" sz="1600" b="1" dirty="0">
                <a:solidFill>
                  <a:srgbClr val="0000FF"/>
                </a:solidFill>
              </a:rPr>
              <a:t>천만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9D61DC-B597-A013-73BC-B9A8ECDAB3CA}"/>
              </a:ext>
            </a:extLst>
          </p:cNvPr>
          <p:cNvSpPr txBox="1"/>
          <p:nvPr/>
        </p:nvSpPr>
        <p:spPr>
          <a:xfrm>
            <a:off x="1391879" y="2684375"/>
            <a:ext cx="98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r>
              <a:rPr lang="ko-KR" altLang="en-US" dirty="0"/>
              <a:t>천만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D02034-7634-4BE5-941A-0BD64F7EC7B2}"/>
              </a:ext>
            </a:extLst>
          </p:cNvPr>
          <p:cNvSpPr txBox="1"/>
          <p:nvPr/>
        </p:nvSpPr>
        <p:spPr>
          <a:xfrm>
            <a:off x="4577207" y="2609001"/>
            <a:ext cx="1215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0000FF"/>
                </a:solidFill>
              </a:rPr>
              <a:t>2</a:t>
            </a:r>
            <a:r>
              <a:rPr lang="ko-KR" altLang="en-US" sz="1400" b="1" dirty="0">
                <a:solidFill>
                  <a:srgbClr val="0000FF"/>
                </a:solidFill>
              </a:rPr>
              <a:t>천만</a:t>
            </a:r>
            <a:r>
              <a:rPr lang="en-US" altLang="ko-KR" sz="1400" dirty="0"/>
              <a:t>+3</a:t>
            </a:r>
            <a:r>
              <a:rPr lang="ko-KR" altLang="en-US" sz="1400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203091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3562-0888-EB0C-1E00-29FAE9AD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4617E2D-4C7C-506A-0E58-18EF1294D077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  <a:r>
              <a: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b="1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  <a:r>
              <a: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b="1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  <a:r>
              <a: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r>
              <a: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  <a:r>
              <a: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7030A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4BA9DF-C46F-82D4-0C2D-52EF5C74B0B6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B4F81C-7AC5-AC7F-B37A-DC22D4E3F2AA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0EB29-A5E5-494D-D871-B901A4FBF7E4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F1EFC57-F67B-38C2-7EA0-22EB4433572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284F78F1-388A-A135-952A-F671C6C106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BA7C577-EB92-3EE2-5D26-6D43F5A92C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12B6DA7-0062-D210-2408-6257D61985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6F3269A8-1C1A-307F-37D9-4C3CE8F627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E5DE8B61-C458-56FF-73BC-C0D948637B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5AD4F87-14FA-1943-8545-C222E50010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F5608ED-F8CC-974F-E535-51B0BDED98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6B6C11E-02A6-6686-D695-A376E33B58D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4AB8702-F3F8-F892-D116-CA57CC8DF00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CF72DAC6-22E8-A888-1225-4D1F031B75F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38505F75-5716-5F41-7682-D73CEBF2DF5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195D447-6037-B4CB-0F96-F55CC86E53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80C5F76-A605-D196-E373-806BE5CCFBC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6B264C3-3515-A8F0-90D5-1503F4B3345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9701D8-FA39-8C8C-7F75-E787893643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744450C-6AD6-B471-10C8-04729FDDF4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E8EBB19-FE53-6C8F-D4A3-AE9835AFCD0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B8C6DEE-709A-3B94-DA01-96BA5259CB6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F54D3D-DA99-3A41-9AB3-1321EF0D36F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C04B23F-9EA3-0BD6-058F-18ED184F82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7E9184C-370A-D9D3-F7BB-841498F458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33862BC-64CA-E206-B628-38D5DD17BE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069252-0480-3BC1-60A1-BF90D85B3F7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6E06CCC-AF76-A9C4-812A-C7ECD861987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638F6C6-02F1-46F2-FA7B-FC001CFADF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E9D08F5-B10F-A603-F1AD-A6C0DFE8F66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A389DEB-C25A-E313-755F-78D9B4D16E0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B6B749E-62FE-A26C-DAD9-B208C852CC5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9208A59-29CD-11D9-5B11-759028599D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E3479CD-479D-E180-C090-04A5CC954D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CB919EE-C274-B22A-4715-B31BD607B29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2540" y="4996159"/>
              <a:ext cx="34482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</a:t>
              </a:r>
              <a:r>
                <a:rPr lang="en-US" altLang="ko-KR" sz="11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1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</a:t>
              </a:r>
              <a:r>
                <a:rPr lang="en-US" altLang="ko-KR" sz="11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1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9C61C03-37D3-01B3-8A46-EF5275D752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B7800E5-1C82-A6C3-A075-DDAADFF9BA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2011.05 )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4E092BE-D65B-4ABB-202F-F6412C76FE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B9F827F-C263-138A-AB3E-75EC854979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1C912A02-6AEC-78FC-4A5A-5EBFD0B9C1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217609D-71D7-8081-9980-38A8FCDC73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2A15CFC5-3A33-DC0A-C679-F94DA1C158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FD4AA009-6DE4-CBCB-369B-0B4D8664CD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A7EC52FE-E0C7-F473-C3F6-DC565F1645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EF0A0E9-3311-0B3C-95CE-36527FB07B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54D8599-BF18-8A41-72ED-85665424296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024C645C-6626-3B3F-D92E-1DD51B2E36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855BDB7-3635-9128-EC0F-4C674A99DA1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F7E00428-6D4A-E55D-5F84-08F122B2A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240F2FE-1329-B226-CBC5-22F4A622D1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BBAF2CA9-D6C1-3C27-E828-B7C0D698FB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783550E-ED63-C5F6-4C8D-F618A8964D6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A349E440-9A39-3231-6540-0DBC3A3F22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E074683-EC49-C140-D8A6-8AE3283F9F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33832F4E-22B9-F894-4569-82593CCCEA1B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88E904-C4B0-5AC4-D8C9-7D93722D5E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73081" y="4615481"/>
              <a:ext cx="2520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독감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6914F23-079E-5AA5-7534-8C74A34813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6C449F-0939-3DBD-0B88-B4AA7AF8AAC8}"/>
                </a:ext>
              </a:extLst>
            </p:cNvPr>
            <p:cNvSpPr txBox="1">
              <a:spLocks/>
            </p:cNvSpPr>
            <p:nvPr/>
          </p:nvSpPr>
          <p:spPr>
            <a:xfrm>
              <a:off x="3532980" y="331545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60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26BB91-195D-15D0-69B1-444AE509943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8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9.300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77E690-2E38-3B14-12A1-E423B35253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5300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83418F-A08D-BE3D-0A69-A67499248E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600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특정암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통합전이암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.3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7A3C4-964F-AD40-B28C-F2AE60CD91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928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-</a:t>
              </a:r>
              <a:r>
                <a:rPr lang="en-US" altLang="ko-KR" sz="9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9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종 최대</a:t>
              </a:r>
              <a:r>
                <a:rPr lang="en-US" altLang="ko-KR" sz="900" b="1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120</a:t>
              </a:r>
              <a:r>
                <a:rPr lang="ko-KR" altLang="en-US" sz="900" b="1" dirty="0" err="1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만가입</a:t>
              </a:r>
              <a:endParaRPr lang="en-US" altLang="ko-KR" sz="900" b="1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(30/30/300/1</a:t>
              </a:r>
              <a:r>
                <a:rPr lang="ko-KR" altLang="en-US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/1</a:t>
              </a:r>
              <a:r>
                <a:rPr lang="ko-KR" altLang="en-US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en-US" altLang="ko-KR" sz="10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119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400</a:t>
              </a:r>
              <a:r>
                <a:rPr lang="ko-KR" altLang="en-US" sz="10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C6F914D-4A88-2F8C-A2F8-BECBA3AAE8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923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-</a:t>
              </a:r>
              <a:r>
                <a:rPr lang="en-US" altLang="ko-KR" sz="10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0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종 최대</a:t>
              </a:r>
              <a:r>
                <a:rPr lang="en-US" altLang="ko-KR" sz="1000" b="1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120</a:t>
              </a:r>
              <a:r>
                <a:rPr lang="ko-KR" altLang="en-US" sz="1000" b="1" dirty="0" err="1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만가입</a:t>
              </a:r>
              <a:endParaRPr lang="en-US" altLang="ko-KR" sz="1000" b="1" dirty="0">
                <a:solidFill>
                  <a:srgbClr val="7030A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(20/50/100/500/1000</a:t>
              </a:r>
              <a:r>
                <a:rPr lang="en-US" altLang="ko-KR" sz="10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5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069D8CB-6FAC-C9E5-EABF-5584F6D38DD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 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  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b="1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7030A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  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500EAE6-B056-FC7B-B654-4448E19DCFB1}"/>
              </a:ext>
            </a:extLst>
          </p:cNvPr>
          <p:cNvSpPr txBox="1"/>
          <p:nvPr/>
        </p:nvSpPr>
        <p:spPr>
          <a:xfrm>
            <a:off x="400910" y="184310"/>
            <a:ext cx="1339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박소연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246B7E-1B48-468E-B9D0-310EB58993C7}"/>
              </a:ext>
            </a:extLst>
          </p:cNvPr>
          <p:cNvSpPr txBox="1"/>
          <p:nvPr/>
        </p:nvSpPr>
        <p:spPr>
          <a:xfrm>
            <a:off x="2422875" y="289306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2B0829-5B43-0EAC-E7C8-EA81DE855735}"/>
              </a:ext>
            </a:extLst>
          </p:cNvPr>
          <p:cNvSpPr txBox="1"/>
          <p:nvPr/>
        </p:nvSpPr>
        <p:spPr>
          <a:xfrm>
            <a:off x="3351363" y="251808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26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C5A090-55DD-0978-08F3-348EAC488681}"/>
              </a:ext>
            </a:extLst>
          </p:cNvPr>
          <p:cNvSpPr txBox="1"/>
          <p:nvPr/>
        </p:nvSpPr>
        <p:spPr>
          <a:xfrm>
            <a:off x="4020888" y="277454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03</a:t>
            </a:r>
            <a:endParaRPr lang="ko-KR" altLang="en-US" sz="2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5D29EC-EF07-7E8F-7DEF-EB5C97F0E2CF}"/>
              </a:ext>
            </a:extLst>
          </p:cNvPr>
          <p:cNvSpPr txBox="1"/>
          <p:nvPr/>
        </p:nvSpPr>
        <p:spPr>
          <a:xfrm>
            <a:off x="4791857" y="278662"/>
            <a:ext cx="1339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28</a:t>
            </a:r>
            <a:endParaRPr lang="ko-KR" altLang="en-US" sz="2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FD1AC1-F1BB-17B0-A4BB-30C54362BCCA}"/>
              </a:ext>
            </a:extLst>
          </p:cNvPr>
          <p:cNvSpPr txBox="1"/>
          <p:nvPr/>
        </p:nvSpPr>
        <p:spPr>
          <a:xfrm>
            <a:off x="1391879" y="2684375"/>
            <a:ext cx="98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7030A0"/>
                </a:solidFill>
              </a:rPr>
              <a:t>2</a:t>
            </a:r>
            <a:r>
              <a:rPr lang="ko-KR" altLang="en-US" dirty="0">
                <a:solidFill>
                  <a:srgbClr val="7030A0"/>
                </a:solidFill>
              </a:rPr>
              <a:t>천만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A28523-47BE-5640-E48D-2BB0B9914C3D}"/>
              </a:ext>
            </a:extLst>
          </p:cNvPr>
          <p:cNvSpPr txBox="1"/>
          <p:nvPr/>
        </p:nvSpPr>
        <p:spPr>
          <a:xfrm>
            <a:off x="4622749" y="2619392"/>
            <a:ext cx="1215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7030A0"/>
                </a:solidFill>
              </a:rPr>
              <a:t>3</a:t>
            </a:r>
            <a:r>
              <a:rPr lang="ko-KR" altLang="en-US" sz="1400" dirty="0">
                <a:solidFill>
                  <a:srgbClr val="7030A0"/>
                </a:solidFill>
              </a:rPr>
              <a:t>천만</a:t>
            </a:r>
            <a:r>
              <a:rPr lang="en-US" altLang="ko-KR" sz="1400" dirty="0">
                <a:solidFill>
                  <a:srgbClr val="7030A0"/>
                </a:solidFill>
              </a:rPr>
              <a:t>+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천만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4B9D5-90D9-E1EB-24A3-80FEEDFD883E}"/>
              </a:ext>
            </a:extLst>
          </p:cNvPr>
          <p:cNvSpPr txBox="1"/>
          <p:nvPr/>
        </p:nvSpPr>
        <p:spPr>
          <a:xfrm>
            <a:off x="1339312" y="1637156"/>
            <a:ext cx="98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</a:t>
            </a:r>
            <a:r>
              <a:rPr lang="ko-KR" altLang="en-US" b="1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132675-2CBB-8922-0C80-D5E5D994389B}"/>
              </a:ext>
            </a:extLst>
          </p:cNvPr>
          <p:cNvSpPr txBox="1"/>
          <p:nvPr/>
        </p:nvSpPr>
        <p:spPr>
          <a:xfrm>
            <a:off x="4009980" y="1505963"/>
            <a:ext cx="23743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협심증</a:t>
            </a:r>
            <a:r>
              <a:rPr lang="en-US" altLang="ko-KR" sz="1100" b="1" dirty="0"/>
              <a:t>/</a:t>
            </a:r>
            <a:r>
              <a:rPr lang="ko-KR" altLang="en-US" sz="1100" b="1" dirty="0" err="1"/>
              <a:t>빈맥</a:t>
            </a:r>
            <a:r>
              <a:rPr lang="en-US" altLang="ko-KR" sz="1100" b="1" dirty="0"/>
              <a:t>/</a:t>
            </a:r>
            <a:r>
              <a:rPr lang="ko-KR" altLang="en-US" sz="1100" b="1" dirty="0"/>
              <a:t>심부전</a:t>
            </a:r>
            <a:r>
              <a:rPr lang="en-US" altLang="ko-KR" sz="1100" b="1" dirty="0"/>
              <a:t>/</a:t>
            </a:r>
            <a:r>
              <a:rPr lang="ko-KR" altLang="en-US" sz="1100" b="1" dirty="0"/>
              <a:t>염증 </a:t>
            </a:r>
            <a:r>
              <a:rPr lang="en-US" altLang="ko-KR" sz="1100" b="1" dirty="0"/>
              <a:t>2</a:t>
            </a:r>
            <a:r>
              <a:rPr lang="ko-KR" altLang="en-US" sz="1100" b="1" dirty="0"/>
              <a:t>천만</a:t>
            </a:r>
            <a:endParaRPr lang="en-US" altLang="ko-KR" sz="1100" b="1" dirty="0"/>
          </a:p>
          <a:p>
            <a:pPr algn="ctr"/>
            <a:r>
              <a:rPr lang="ko-KR" altLang="en-US" sz="1100" b="1" dirty="0"/>
              <a:t>부정맥</a:t>
            </a:r>
            <a:r>
              <a:rPr lang="en-US" altLang="ko-KR" sz="1100" b="1" dirty="0"/>
              <a:t>500</a:t>
            </a:r>
            <a:r>
              <a:rPr lang="ko-KR" altLang="en-US" sz="1100" b="1" dirty="0"/>
              <a:t>만</a:t>
            </a:r>
            <a:r>
              <a:rPr lang="en-US" altLang="ko-KR" sz="1100" b="1" dirty="0"/>
              <a:t>. </a:t>
            </a:r>
            <a:r>
              <a:rPr lang="ko-KR" altLang="en-US" sz="1100" b="1" dirty="0" err="1"/>
              <a:t>심금병</a:t>
            </a:r>
            <a:r>
              <a:rPr lang="en-US" altLang="ko-KR" sz="1100" b="1" dirty="0"/>
              <a:t>500</a:t>
            </a:r>
            <a:r>
              <a:rPr lang="ko-KR" altLang="en-US" sz="1100" b="1" dirty="0"/>
              <a:t>만</a:t>
            </a:r>
          </a:p>
        </p:txBody>
      </p:sp>
    </p:spTree>
    <p:extLst>
      <p:ext uri="{BB962C8B-B14F-4D97-AF65-F5344CB8AC3E}">
        <p14:creationId xmlns:p14="http://schemas.microsoft.com/office/powerpoint/2010/main" val="3309668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B61C-0FE9-6CAF-4EAD-F20742CC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449B0B1-B736-DD5E-CE70-3E73EC629478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>
                <a:latin typeface="HY엽서M" panose="02030600000101010101" pitchFamily="18" charset="-127"/>
                <a:ea typeface="HY엽서M" panose="02030600000101010101" pitchFamily="18" charset="-127"/>
              </a:rPr>
              <a:t>80%:</a:t>
            </a:r>
            <a:r>
              <a:rPr lang="en-US" altLang="ko-KR" sz="1050">
                <a:latin typeface="HY엽서M" panose="02030600000101010101" pitchFamily="18" charset="-127"/>
                <a:ea typeface="HY엽서M" panose="02030600000101010101" pitchFamily="18" charset="-127"/>
              </a:rPr>
              <a:t>500+</a:t>
            </a:r>
            <a:r>
              <a:rPr lang="en-US" altLang="ko-KR" sz="105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05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천만</a:t>
            </a:r>
            <a:r>
              <a:rPr lang="en-US" altLang="ko-KR" sz="105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8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:8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A53A3F-13DB-F01A-F7B7-59997EF87744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40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C16B4F-58A9-D80B-D06F-F33B156A2285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3AD6D-865F-ACB8-3ABF-B5E8CF8CC052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8CBF68-656A-5214-A503-9CFDCB9D48B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7E09A365-4EBE-A81A-BF34-CFE650F15F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EB882C95-439D-974D-370F-E858BA1170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535018C-1A95-DEB5-F0CD-21A7A95B7C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046422C-9D0D-913F-0A97-FB4E01AE84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AA3260C9-16C4-EBED-1ADF-811722DBE9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7B38EA3A-6C53-2A5F-799B-15BC75499E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2B116299-6E1F-2AD6-49D3-98EFE1114B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CE526B-5B6B-6E03-78D0-C606EA6DE6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222B47F9-1AAD-FDF8-853B-65E3A87E423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34017BA9-A52A-B388-BA3E-B7CA8CE87B5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FE5544E1-D8CC-312A-9B0F-6FB79CB2092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89807B-1572-DBB2-88ED-EE153CC66B4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C2F62B0-8858-625B-C07D-017D8B9A674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0BAD5E-D4B1-E756-14E6-088701DE59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33B5233-3482-0D86-B069-CC1509D730F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7B6CFE-1559-2F45-BDF2-070DDD29C67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B5AAE83-5B0D-CE80-A872-44C49B596C7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0ED9C39-743D-8BE0-185B-DA77F42FFA5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8C3369E-89C3-2DFB-57D9-754CB763BC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817C17B-DB30-B78A-FF1A-D56BD09D80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43306DD4-E447-59A5-764B-23D7903808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CC59D27-9B6C-7628-4248-31ADBD3BC9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A4D8916-A40B-22CD-14C5-9A121D4D5C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2B77119-C8B3-F9C1-497A-713C8FDA974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4D40746-0323-1565-E8F1-693281BD2CE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36CA246-34EC-EA12-8767-01B00ED48D2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4F942EC-8C2D-7D53-821B-F3D0A00150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3AB8F03-7A66-7F85-8AF7-A0BA2E5DFDE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3A28A0B-BFCE-827B-C0A4-20B065F714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79C472D-C09A-E7CB-F479-B6F09A69511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F4D5453-99BF-7C9C-357B-EBDAC49050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38C342B-CE8C-3B81-8428-ED3F307DAC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706EBF2-A569-8D0E-A855-80CCF4E409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97D49C6-5D0D-259F-01C5-2ADA99EF2C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55DD047-473B-23B7-34DD-42334115785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5F82D1FC-510D-3740-1AA6-36DFDF1B3A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B512250-ED5F-ACE5-A25C-08A5F3362E3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D207219B-F2AD-E65C-45DA-86B0AB7F31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C4C2CA03-E3FF-B5B1-439C-65B3C41EC1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D90EF0A4-3824-0650-6C94-98F82B15A2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DA0419B-9A0C-2916-85F7-350EAE8A2E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A340C63-4576-1C20-6273-85A4E1EC95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C0DB3403-5CD6-81B6-C99D-E1A5996696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23E8EC7-8A90-9AE5-CFBE-9F3D55E73B0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153D9060-6942-6C4D-004F-8E21FA96F7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3EF06E3-BF6C-4BD7-B205-1EBF85E802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7D1DA0FA-FFE3-CC50-345C-87F04C1EB5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4CDF592-DFA5-3C00-822A-1AE477FFF4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9625C8F8-ED50-A4CF-C0DC-B888575446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8227D3B-EBF3-C695-43E0-3D42C2663E1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888EF506-2317-A29D-805D-55FB180BCD90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FDD64D-6D75-7B10-179A-2EC334E9E91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C51F68-4C7F-5D37-0409-A548AAEFE3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E71627-990A-1E1A-B32F-4CE384CB2FF4}"/>
                </a:ext>
              </a:extLst>
            </p:cNvPr>
            <p:cNvSpPr txBox="1">
              <a:spLocks/>
            </p:cNvSpPr>
            <p:nvPr/>
          </p:nvSpPr>
          <p:spPr>
            <a:xfrm>
              <a:off x="3551990" y="3392764"/>
              <a:ext cx="1573553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30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20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FF1CCE-93C7-4434-C1B3-7C944EEF6F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2289FB-B305-4064-CC3D-DF258ABBB18E}"/>
                </a:ext>
              </a:extLst>
            </p:cNvPr>
            <p:cNvSpPr txBox="1">
              <a:spLocks/>
            </p:cNvSpPr>
            <p:nvPr/>
          </p:nvSpPr>
          <p:spPr>
            <a:xfrm>
              <a:off x="3478476" y="7730716"/>
              <a:ext cx="2520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700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8200</a:t>
              </a:r>
              <a:r>
                <a:rPr lang="ko-KR" altLang="en-US" sz="700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만</a:t>
              </a:r>
              <a:r>
                <a:rPr lang="en-US" altLang="ko-KR" sz="7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+1</a:t>
              </a:r>
              <a:r>
                <a:rPr lang="ko-KR" altLang="en-US" sz="7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교통상해사망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9FB0726-5B6E-BF2D-8EB8-F61CFEA560E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+ 2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갱신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)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400(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갱신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)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통합전이암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중입자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600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+ </a:t>
              </a:r>
              <a:r>
                <a:rPr lang="ko-KR" altLang="en-US" sz="1200" dirty="0" err="1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전이암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항암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전이표적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8C099F6-21E9-B13C-5233-F68A6999404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30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en-US" altLang="ko-KR" sz="9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20/30/100/500/500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116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1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DCF566-4898-632C-D913-120DB32F008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50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en-US" altLang="ko-KR" sz="9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20/50/500/500/1000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100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30</a:t>
              </a:r>
              <a:r>
                <a:rPr lang="ko-KR" altLang="en-US" sz="10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05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천만</a:t>
              </a:r>
              <a:r>
                <a:rPr lang="en-US" altLang="ko-KR" sz="105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E458B74-348C-2D6E-D065-70CA23F175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     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</a:t>
              </a:r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만원</a:t>
              </a:r>
              <a:r>
                <a:rPr lang="en-US" altLang="ko-KR" sz="1200" dirty="0">
                  <a:solidFill>
                    <a:srgbClr val="FF000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체증형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708955-EC44-DD6D-B928-1EE581D1CBDE}"/>
              </a:ext>
            </a:extLst>
          </p:cNvPr>
          <p:cNvSpPr txBox="1"/>
          <p:nvPr/>
        </p:nvSpPr>
        <p:spPr>
          <a:xfrm>
            <a:off x="731227" y="296039"/>
            <a:ext cx="103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서준석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D50EF-4C0E-064B-9A61-D13012F69C6D}"/>
              </a:ext>
            </a:extLst>
          </p:cNvPr>
          <p:cNvSpPr txBox="1"/>
          <p:nvPr/>
        </p:nvSpPr>
        <p:spPr>
          <a:xfrm>
            <a:off x="3791112" y="277801"/>
            <a:ext cx="46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26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E07CF8-8EC8-A82F-D160-9CF38FBD4931}"/>
              </a:ext>
            </a:extLst>
          </p:cNvPr>
          <p:cNvSpPr txBox="1"/>
          <p:nvPr/>
        </p:nvSpPr>
        <p:spPr>
          <a:xfrm>
            <a:off x="4507398" y="304101"/>
            <a:ext cx="46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E9BD28-89B9-AC0F-130A-F43FDDA0803B}"/>
              </a:ext>
            </a:extLst>
          </p:cNvPr>
          <p:cNvSpPr txBox="1"/>
          <p:nvPr/>
        </p:nvSpPr>
        <p:spPr>
          <a:xfrm>
            <a:off x="5210003" y="310535"/>
            <a:ext cx="46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18</a:t>
            </a:r>
            <a:endParaRPr lang="ko-KR" altLang="en-US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8658DDA-0012-AA30-0E99-9F35377538D2}"/>
              </a:ext>
            </a:extLst>
          </p:cNvPr>
          <p:cNvSpPr txBox="1"/>
          <p:nvPr/>
        </p:nvSpPr>
        <p:spPr>
          <a:xfrm>
            <a:off x="2885051" y="291853"/>
            <a:ext cx="46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후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DB48E99-BED7-077E-EF2A-BF7D6797E0B0}"/>
              </a:ext>
            </a:extLst>
          </p:cNvPr>
          <p:cNvSpPr txBox="1"/>
          <p:nvPr/>
        </p:nvSpPr>
        <p:spPr>
          <a:xfrm>
            <a:off x="976061" y="2165283"/>
            <a:ext cx="1562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2</a:t>
            </a:r>
            <a:r>
              <a:rPr lang="ko-KR" altLang="en-US" sz="1600" dirty="0"/>
              <a:t>천만</a:t>
            </a:r>
            <a:r>
              <a:rPr lang="en-US" altLang="ko-KR" sz="1600" dirty="0"/>
              <a:t>+</a:t>
            </a:r>
            <a:r>
              <a:rPr lang="en-US" altLang="ko-KR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천만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C8EBD25-073D-7C38-20E9-2AB316267A8C}"/>
              </a:ext>
            </a:extLst>
          </p:cNvPr>
          <p:cNvSpPr txBox="1"/>
          <p:nvPr/>
        </p:nvSpPr>
        <p:spPr>
          <a:xfrm>
            <a:off x="1220900" y="1619219"/>
            <a:ext cx="1038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천만</a:t>
            </a:r>
            <a:endParaRPr lang="en-US" altLang="ko-KR" sz="16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8E1F582-CC5C-F3B3-3B89-2CABFECF74C9}"/>
              </a:ext>
            </a:extLst>
          </p:cNvPr>
          <p:cNvSpPr txBox="1"/>
          <p:nvPr/>
        </p:nvSpPr>
        <p:spPr>
          <a:xfrm>
            <a:off x="3636696" y="1449695"/>
            <a:ext cx="30599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협심증</a:t>
            </a:r>
            <a:r>
              <a:rPr lang="en-US" altLang="ko-KR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심부전</a:t>
            </a:r>
            <a:r>
              <a:rPr lang="en-US" altLang="ko-KR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</a:t>
            </a:r>
            <a:r>
              <a:rPr lang="en-US" altLang="ko-KR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염증</a:t>
            </a:r>
            <a:r>
              <a:rPr lang="en-US" altLang="ko-KR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</a:t>
            </a:r>
            <a:endParaRPr lang="en-US" altLang="ko-KR" sz="1100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부정맥 </a:t>
            </a:r>
            <a:r>
              <a:rPr lang="en-US" altLang="ko-KR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500</a:t>
            </a:r>
            <a:r>
              <a:rPr lang="ko-KR" altLang="en-US" sz="11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만</a:t>
            </a:r>
            <a:endParaRPr lang="en-US" altLang="ko-KR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34B2E6A-2E48-4BBA-D0DD-E254705DEB15}"/>
              </a:ext>
            </a:extLst>
          </p:cNvPr>
          <p:cNvSpPr txBox="1"/>
          <p:nvPr/>
        </p:nvSpPr>
        <p:spPr>
          <a:xfrm>
            <a:off x="4629639" y="2590541"/>
            <a:ext cx="1038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천만</a:t>
            </a:r>
            <a:endParaRPr lang="en-US" altLang="ko-KR" sz="16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0067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58A94-D7BF-39BB-468F-7F49E499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11C4BA-4DFD-9BD5-D8C8-26D8D349EC00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4BB8B3-F44A-A6BC-5203-2C3C6CD458D7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90932C-25D5-EAAF-3651-91534213CE6E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436930-0F92-5BAA-636E-4B925FD4AD06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2F74E5F-91ED-0AC7-6C7D-A46B29E774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FFD048F9-4060-DCC7-CD6F-D5938B5F18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E3BA311-5E7D-79AD-8A9A-04A289324D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189644A-A01A-2D8B-6C5C-DAC6CA35B1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24AC369-3779-8671-E3EC-839AD11601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7D10A7A-EB15-E622-1941-A63E98B269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5C9E166D-6686-AD45-364A-8BAE123CBA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BE2187B-551C-55DA-7C90-60AAC40884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5BF8F6-91B0-9559-2E50-C8873A4263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108B80B-77FF-68C8-5F3A-0DB481DF210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8CC150A-DE23-8A4A-96AB-9318C05DD5C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6D82373-3786-717D-0D73-AC31F7719F7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785F94-B895-748D-F79F-0C48314DB7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6795EDF-2CAB-D1F5-6F91-3E5DEC2A3B2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2FAB3A9-CA4F-BAA5-7D23-A643E356A9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AF95870-9003-EB2C-87E4-83B86C99B0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365267-5CE4-6EB8-553C-E354776516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88EF7B-CAA0-3769-EFEA-3ACDB4F38A5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C8B5F02-6B89-497D-B00A-FF70006DEFD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D041518-BA86-1E45-09D3-BEC0C712A7B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ECE172C-FC81-7B6F-EA69-7E8F0D199C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83920CD-609D-CB11-39B9-63AB6274B7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6411C53E-286A-5362-B0C4-59F8CAA458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5C142B-D22E-469B-7D92-27E9C0673E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B071B45-D75F-2F2B-4951-9B7A0211BC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43463E8-CF43-B14C-9981-7666A45155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19097C9-8D93-90B0-FA48-E628A3AA8C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2F66E69-9060-2FF3-EE0C-0F698F949F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17E526-52EB-1DB4-69E9-795D6975DD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FC3190A-0E25-5FC9-276E-8088FFC9A8C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8E1A38E-23AB-95E6-C9E4-0EBCB3809E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ADF5B0F-9F00-A7F1-2C79-4C5DE1AFEBA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78AE374-08B7-9D88-5C54-526E0D7062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0F55F4F-26F3-AE49-F7B5-56B7613941C5}"/>
                </a:ext>
              </a:extLst>
            </p:cNvPr>
            <p:cNvSpPr txBox="1">
              <a:spLocks/>
            </p:cNvSpPr>
            <p:nvPr/>
          </p:nvSpPr>
          <p:spPr>
            <a:xfrm>
              <a:off x="3512308" y="5197744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2025.11.27)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0F43FB-3752-18D9-6288-4204DBFEC97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1E0585C-6DDB-9F2D-DD36-23D5833C0D5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2BEC9DBB-3DD8-7107-72ED-621494C745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CA2C19A-91B5-733A-45E0-EFC17ABA18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BDC6A3A9-DC1B-CDB2-16B8-20CDE5B1C1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AE710B22-7C8A-3752-F236-A9C9FF784E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2102FE05-1897-43C0-8DFE-2A7F8530FA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7BD9E9BA-1766-7293-405C-562E64A392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B8FA7F4-AEC6-91F3-19AB-1A749FA434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CCDE2E30-0B42-04B9-65ED-C69C835FB3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A10E9AD-7922-158B-C537-3A465FC044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BBA361B2-A697-9067-EF2B-4D27495796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98EA9E5-F4DB-3426-EC0F-C0D077D7419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6737B17-24CD-BABB-CA4D-FC1689FB55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3B87583-4CF4-A09D-CD4B-E27955D849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8EC99FBE-A7D8-6E26-1E11-E09C05DE1A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A8B3BB4-3188-8FB3-9C4E-E1DABB8FA7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6C21CA1-12B5-AB9D-FBA6-BA26B055EF9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73B539-6AAE-70CF-65C1-215BBCFC80C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209B29-B22C-842C-639C-1F5B90E5BE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300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350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24CE1C-742D-8543-987F-C785E3AF3FFD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CEBE57-3DD3-EAE9-33D7-144BAAF133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BB107D-E313-93D9-9FE5-32088F8CE90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74BE52-7FD0-06CB-E6EE-9A8E1E82DB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전이항암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중입자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전이암표적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B99D36E-8BF6-6EFC-DAA3-E3F301B0E12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(20/30/100/500/500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`1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142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300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A2389B-FF7B-733F-697C-AD92FD36E1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( 20/30/100/500/1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FA484D-25B5-8104-4D9D-E0B731BBB81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72487C2-9CBF-A34C-8C10-D9F9B02D1C41}"/>
              </a:ext>
            </a:extLst>
          </p:cNvPr>
          <p:cNvSpPr txBox="1"/>
          <p:nvPr/>
        </p:nvSpPr>
        <p:spPr>
          <a:xfrm>
            <a:off x="471801" y="247251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안평숙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A6D246-7A23-E28D-8E93-AF0F61CB0748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9EB799-AD87-B228-75CD-03528B8F8E98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61A030-F204-354A-CD2C-8A4EE6694139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7108BB-014A-F9BF-BEA2-30A21095419E}"/>
              </a:ext>
            </a:extLst>
          </p:cNvPr>
          <p:cNvSpPr txBox="1"/>
          <p:nvPr/>
        </p:nvSpPr>
        <p:spPr>
          <a:xfrm>
            <a:off x="1193800" y="1674490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E44080-113E-E642-8DE3-AE8DBB87B8BF}"/>
              </a:ext>
            </a:extLst>
          </p:cNvPr>
          <p:cNvSpPr txBox="1"/>
          <p:nvPr/>
        </p:nvSpPr>
        <p:spPr>
          <a:xfrm>
            <a:off x="1193800" y="2195112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422BCC-53E2-42AA-EF0E-4FBEC3883B0D}"/>
              </a:ext>
            </a:extLst>
          </p:cNvPr>
          <p:cNvSpPr txBox="1"/>
          <p:nvPr/>
        </p:nvSpPr>
        <p:spPr>
          <a:xfrm>
            <a:off x="4632479" y="2563958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898FE6-1BB0-F303-A9F9-4BEFA17C59D8}"/>
              </a:ext>
            </a:extLst>
          </p:cNvPr>
          <p:cNvSpPr txBox="1"/>
          <p:nvPr/>
        </p:nvSpPr>
        <p:spPr>
          <a:xfrm>
            <a:off x="3979124" y="1434262"/>
            <a:ext cx="25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협심증</a:t>
            </a:r>
            <a:r>
              <a:rPr lang="en-US" altLang="ko-KR" sz="1400" dirty="0"/>
              <a:t>/</a:t>
            </a:r>
            <a:r>
              <a:rPr lang="ko-KR" altLang="en-US" sz="1400" dirty="0"/>
              <a:t>심부전</a:t>
            </a:r>
            <a:r>
              <a:rPr lang="en-US" altLang="ko-KR" sz="1400" dirty="0"/>
              <a:t>/</a:t>
            </a:r>
            <a:r>
              <a:rPr lang="ko-KR" altLang="en-US" sz="1400" dirty="0"/>
              <a:t>염증 </a:t>
            </a:r>
            <a:r>
              <a:rPr lang="en-US" altLang="ko-KR" sz="1400" dirty="0"/>
              <a:t>2</a:t>
            </a:r>
            <a:r>
              <a:rPr lang="ko-KR" altLang="en-US" sz="1400" dirty="0"/>
              <a:t>천</a:t>
            </a:r>
            <a:endParaRPr lang="en-US" altLang="ko-KR" sz="1400" dirty="0"/>
          </a:p>
          <a:p>
            <a:pPr algn="ctr"/>
            <a:r>
              <a:rPr lang="ko-KR" altLang="en-US" sz="1400" dirty="0"/>
              <a:t>부정맥 </a:t>
            </a:r>
            <a:r>
              <a:rPr lang="en-US" altLang="ko-KR" sz="1400" dirty="0"/>
              <a:t>500</a:t>
            </a:r>
            <a:r>
              <a:rPr lang="ko-KR" altLang="en-US" sz="1400" dirty="0"/>
              <a:t>만</a:t>
            </a:r>
          </a:p>
        </p:txBody>
      </p:sp>
    </p:spTree>
    <p:extLst>
      <p:ext uri="{BB962C8B-B14F-4D97-AF65-F5344CB8AC3E}">
        <p14:creationId xmlns:p14="http://schemas.microsoft.com/office/powerpoint/2010/main" val="79150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E06C-5E4C-90BA-176A-648B5CAF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A1FDB5-8561-3344-5B70-544C4C2B0D47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234F7-2495-2767-B22E-3B45A88C2316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586216-0B8C-AE22-688E-3A2B7D7C05BA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802362-AB4F-E384-8CA3-896AF833932D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ADE31E-86E9-9DE7-6B5A-6055848B975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404540D7-829A-5092-ED86-F2F94A8FF1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104FE20-C86E-1C3C-EE8D-B1FD49041C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15879208-DF45-EC52-E1D0-E38B898A8F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B4C139E-03E1-7431-EE5B-5E3AB21F35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1476FE3-75EA-2B57-D6D1-B8B7FE74E4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00F7A5C-1458-07B7-3633-A35E562A2E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CA69545-F2EF-7F16-4DA1-A994F2D929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4F8AE36-E16D-5DC8-1528-0433366D57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A0BDF29-E03D-92E2-22A6-4FCD08BCB08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225146F-B7D2-A77C-43F1-7FD0D4B7D76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874E43D-B753-E67C-F530-2E77E15F513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00E8B11-61F6-8A05-F30D-31F28969E8D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1F1F467D-B241-2DD6-EB1E-A6350B43FC5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7A7ED2F-5051-87D9-5DAA-ECFCCC25FFE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0585445-DC50-1B71-2514-9193D6CF08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509FB8F-8A10-D122-F56B-4006D9363A3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864CEB-08B9-B720-4C65-DA6A2386BA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423E297-31EB-3276-9A22-849F314262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69D4C7A-5BA9-2575-ABD2-66B626413D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1CCC6DF-10C6-64F6-2A64-DCA6C731CB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1E841F3-A7A3-BE40-718D-F50AB69C1C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90F0DA6-E660-82D1-160A-8131D8B69B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75480B4-6967-C934-54DC-90346B4587F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892914-0AFA-26A9-1AE0-F0230F8106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7C3285-717E-6508-500F-F4278D9463D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0061BA2-E497-150A-FCD8-128A949124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5295B29-EC02-F1F5-1EF8-D397A710C59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1E8FCC0-2EE8-5237-A1AD-A163A2B47E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C70A2F5-B7B5-B4BC-3CE6-E4D0A9CF69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36A2528-2F41-2204-6F3A-D394644B80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7C790B2-066D-9852-AFA8-0E69A241774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C9B6C40-9EED-EBA3-B95E-E7E64F43B6F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3DC004D-8EAD-CE98-F746-7BAE660378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920C79A-EB26-DD78-E828-F0958ED44B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49978E1-D49C-ED41-E560-0E2792A80C8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64D9BCAD-C879-09BE-B41F-F873FC8DA9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ABC7EEE-A8EF-C97A-C7E9-1C84EEA8B0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75241400-8354-05FF-A4E3-E068CECD01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61A03BC6-341E-152F-C660-450B9FAD80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087F4104-08C7-7B8A-82A7-4480CB4FCC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F2770249-4EBC-7208-099D-9E314A6534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6E045BE-0154-5921-54D3-895042117C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4446DC8D-C321-BE9D-D1B2-366EAA19D7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F3A641D-CB2B-9790-A14D-7ACFD320C5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F32CE72C-E872-C989-D63F-8D9F8E6487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BA9FB3F-D0CE-91E8-E286-0FC53D2400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60C1903-574D-03EA-FF84-20DA26636F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5DF21B6-A637-FEBA-97E2-FD8BA49F3A3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C7E73563-7F78-58DE-7F32-1D78F2CE21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CFA9416-C8BE-5CD5-F7BF-550CC8D337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D879F062-EF19-B107-2985-2B28320AE860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01C45C-EBCF-26EE-2AE8-B6D4B688B2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0E7843-2451-528C-17BF-FE19C678E5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9FA3C2-BAE8-675E-1A14-45E4E1BB93CF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51530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489866-4344-D6D3-22CE-1D577E5D19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068EF8-D257-5DD5-F460-0F22B932BE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A5F77D5-E7C6-4540-B67C-FD9A19FA10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특정암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11,000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820BE2-C18C-2668-79F3-130130DA8B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407C0FE-51D1-0B1B-0CEF-2849229E59F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CCC9F00-07CF-D6A0-7BCA-A32D54CCB0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75581BD-FAB2-39BB-BB51-2C6AE5B46808}"/>
              </a:ext>
            </a:extLst>
          </p:cNvPr>
          <p:cNvSpPr txBox="1"/>
          <p:nvPr/>
        </p:nvSpPr>
        <p:spPr>
          <a:xfrm>
            <a:off x="471801" y="247251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안평숙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8BB55D-03AF-4994-C6C7-2F1614AFB8C4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706C19-CB4A-E18A-DF97-6671E83FD599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1A5CEA-A797-D989-D97D-7513CA3C4B0B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26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E135D6-05B0-B27B-84B0-71AD1D207B2D}"/>
              </a:ext>
            </a:extLst>
          </p:cNvPr>
          <p:cNvSpPr txBox="1"/>
          <p:nvPr/>
        </p:nvSpPr>
        <p:spPr>
          <a:xfrm>
            <a:off x="1391879" y="1650006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r>
              <a:rPr lang="ko-KR" altLang="en-US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9EFF38-DA9B-4EBD-D559-59E06126A2C5}"/>
              </a:ext>
            </a:extLst>
          </p:cNvPr>
          <p:cNvSpPr txBox="1"/>
          <p:nvPr/>
        </p:nvSpPr>
        <p:spPr>
          <a:xfrm>
            <a:off x="1347875" y="218332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A2392C-0E50-FD4F-E337-39DB30AE5329}"/>
              </a:ext>
            </a:extLst>
          </p:cNvPr>
          <p:cNvSpPr txBox="1"/>
          <p:nvPr/>
        </p:nvSpPr>
        <p:spPr>
          <a:xfrm>
            <a:off x="1347875" y="264787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7BB4CE-D183-7418-F341-F5D64492EB85}"/>
              </a:ext>
            </a:extLst>
          </p:cNvPr>
          <p:cNvSpPr txBox="1"/>
          <p:nvPr/>
        </p:nvSpPr>
        <p:spPr>
          <a:xfrm>
            <a:off x="4811991" y="2062453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02B2BD-A914-2B5E-7065-FDB4360AB8C5}"/>
              </a:ext>
            </a:extLst>
          </p:cNvPr>
          <p:cNvSpPr txBox="1"/>
          <p:nvPr/>
        </p:nvSpPr>
        <p:spPr>
          <a:xfrm>
            <a:off x="4759893" y="2602971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2550003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BAA7-E44D-5787-3E64-AC1B326F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BDF08C-2CE7-608D-27AE-9CA31E34F458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90FC6-D43C-0224-8779-DCCA3E2ADDDD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5DBF62-8620-A0CB-A908-6BA96398E15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82CAEA-19A9-36A8-A96D-2038F25AA3FA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645161-EB91-6D7F-01FC-D2FB7193832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0A36DB93-30D1-EA9E-C209-432161A44E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CF10DE75-8559-2949-AE23-ECF18A1EC4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9AB9508-BA7D-BC59-C00E-B918DAF627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CF2AE68-5CF3-2E82-F32F-55457B0722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1167C62-03F0-0AC2-E75E-DE62659C68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7BF0F793-D8CD-C08D-96DB-441E055BA6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C08D8C6F-730A-3C47-0612-A38AE0E7E4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46D4F7-370B-C93A-234C-67284BDB0C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BB3C9C5-6FE2-7B5D-FDC6-BFE4BFA3573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8B3DA7C-5D80-A681-7E7B-D364322E79D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49BB119-7ECA-1629-C0F6-70DCE3DC4B2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CF2112-91ED-1AA8-AD10-B5D3DCA0DD6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852857B-CB7D-6F36-6D34-E8B7ADA5C37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1B385B-682C-E09B-5BFC-FBBDC121FB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291D5E-9CDC-BD7A-CD7C-05354A5792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D1F435D-EF76-2827-60CD-6ACB1F47D73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454593-572B-3CE1-4D57-DF06949D3F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9A49AA-5878-E3DC-1880-52EDC009B00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4719B7D-BC09-65C8-B96D-551C4C74DCA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837A5C7-775F-74D7-BDEA-5595A37436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D3D07A4-0C10-7EDF-D0E3-192847794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6E655B0-AB3E-1A13-E4E9-2FCD99D81C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B2435C7-185D-3D4D-4EF0-E384208991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C85CF7-1D07-560A-A63E-08AC596A838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ABD972F-DD8A-E0C5-94C0-1C9C7046CB0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F8EEE24-5131-7DF6-FED1-D8905ACD6C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6F0DCE1-4298-7A30-09E5-435A7FD50D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BDBE886-0353-3238-3344-3879F21CD4A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4E7390A-F6CF-39AA-D179-1F244F94F3C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B0CD9C7-51AA-4E7C-4998-230872DB31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FBF905A-5EB5-04D9-C840-D7F5E921A5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1E8EEE3-16EF-42E7-B9B2-FAD5644DF2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A36538D-9E6D-00FE-491A-7A15CD38C0A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294F477-2C3B-F448-F5C3-D9AED911303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27D70D2-C049-8E0D-D9D0-DD4FE7C404A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B949917B-82C6-AC1C-ED26-1758E8C9D7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AE1D0AC-E3F6-C63F-3555-1BC2DE9CCB0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DC65803B-8758-EA2A-42D2-13BEE68B17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E1744F48-1B81-474C-B458-CCC48875E8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B86F89E0-2700-5200-84EC-0F7835C9BA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3A45CED6-01D4-7DEB-E205-3B83985BC7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08A1275-F421-B10B-AE7B-AD917CAE630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9C6130AE-4470-57B4-A077-D47E5FA9F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6289147-D4B8-F72F-5CCF-90CEA2CCCE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53D6A68-BCB4-B247-948D-FD04CD0552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57FB4FE-4F2B-40F4-9558-083BE421E9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C4836FD4-1EE9-F7FD-B927-D843FC39E2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32412AB-977A-3A18-01FA-B16C675561C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BF6E3EAD-DFC6-A03B-9C13-657CF4CE5F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A9A8730-0812-BBF7-B689-C62C78548E9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19AD4D05-C210-1AC3-3C8A-6FD67F1E7A9B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93ABC3-6270-CF8D-9655-E60F218383D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39B546-E216-0191-E70F-B25CC41BE2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B846AA2-54F8-3851-7AB5-02B6D294932B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51530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5D71B6-4214-C8B5-C285-254211B99F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B738E3-F478-D831-6ACB-E94ECFF08D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845B26B-35D2-E382-2C0B-121D6951D4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특정암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11,000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71DD22-AA5F-2E26-3707-81FAB58471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81C9CA-9652-2A6D-5106-724EFAF612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9EBA475-5A80-083B-C2A0-E2CCBAA9DA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7C1F40E-3DD9-D2F5-1A9D-90583D2B324D}"/>
              </a:ext>
            </a:extLst>
          </p:cNvPr>
          <p:cNvSpPr txBox="1"/>
          <p:nvPr/>
        </p:nvSpPr>
        <p:spPr>
          <a:xfrm>
            <a:off x="520102" y="247251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안평숙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DAA0B9-4447-AECE-B18E-E8CD4F0466CE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03AEDF-E8DE-52D4-CC4F-4EDD8029BB5C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51D4CC-1B77-CE98-CEC1-6D009378AA1E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26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62B2BA-B9D8-CBDF-E931-EDE462718D7C}"/>
              </a:ext>
            </a:extLst>
          </p:cNvPr>
          <p:cNvSpPr txBox="1"/>
          <p:nvPr/>
        </p:nvSpPr>
        <p:spPr>
          <a:xfrm>
            <a:off x="1391879" y="1650006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r>
              <a:rPr lang="ko-KR" altLang="en-US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FA012A-6C1D-7A9C-2255-67D040670A96}"/>
              </a:ext>
            </a:extLst>
          </p:cNvPr>
          <p:cNvSpPr txBox="1"/>
          <p:nvPr/>
        </p:nvSpPr>
        <p:spPr>
          <a:xfrm>
            <a:off x="1347875" y="218332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B0A5ED-EC9B-4034-1B87-708783AAF2E3}"/>
              </a:ext>
            </a:extLst>
          </p:cNvPr>
          <p:cNvSpPr txBox="1"/>
          <p:nvPr/>
        </p:nvSpPr>
        <p:spPr>
          <a:xfrm>
            <a:off x="1347875" y="264787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A5AF6E-4D0C-0D00-0527-79DDE85C945E}"/>
              </a:ext>
            </a:extLst>
          </p:cNvPr>
          <p:cNvSpPr txBox="1"/>
          <p:nvPr/>
        </p:nvSpPr>
        <p:spPr>
          <a:xfrm>
            <a:off x="4811991" y="2062453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DD5470-1116-538E-D11D-1E3C8E2B293B}"/>
              </a:ext>
            </a:extLst>
          </p:cNvPr>
          <p:cNvSpPr txBox="1"/>
          <p:nvPr/>
        </p:nvSpPr>
        <p:spPr>
          <a:xfrm>
            <a:off x="4759893" y="2602971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38976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E7674-C18B-B685-AC70-BE1AF5F2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2F54F79-2C16-6BAC-9048-762F78F4AC94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84D01B-A953-1C24-5F2B-92504E4611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4929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335F4-2C89-0F20-556E-0C2571EB26D7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0EE2FE-1739-3C1C-F996-6836F1B91B3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FE94B4D-B560-EBDC-258D-AEBF1CB98A3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EB4176A-37BB-05F6-B348-18DAE61B43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B5308FD2-BCA5-59F2-6FC0-068B53CC0D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D47497E5-22E0-0CA0-BEF1-50F351EBBA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3436CEEF-C22D-7D1C-ADED-0120457E92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C79BCD7-29D2-0DEA-D47C-4B73336F19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739D7C2-E9D4-02FB-2087-7149BB4460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651DE8E-5AB1-5C99-B3FA-12594C4D82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9492F8-F489-DC75-1C1B-19FC25AF9BED}"/>
                </a:ext>
              </a:extLst>
            </p:cNvPr>
            <p:cNvSpPr txBox="1">
              <a:spLocks/>
            </p:cNvSpPr>
            <p:nvPr/>
          </p:nvSpPr>
          <p:spPr>
            <a:xfrm>
              <a:off x="1555478" y="259539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1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31AD5061-AED6-41FE-AA5A-2537A0F9D4B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9D24E21-7D9A-2E0D-EB70-3A31789A75F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98911137-E6BA-555A-3381-596FD1AFFDC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BEE252-5C61-DE57-C8A9-A8104580E1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99291BB-F6AB-7FEC-1C83-2D740A0DB8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53367FC-231A-3E01-0764-9B17A52FCFC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B6B768D-A4E9-8FD5-4127-1D55257C19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1BBE80E-6B3C-705B-C5F4-CF2E6084870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3853192-CCE2-EF8D-5FE8-B0D6A44603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DDB99CC-2168-0027-AC3A-BBDD03D19B7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8D475A0-A076-474A-74C1-CFE1FF6669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CF3D6823-7636-1841-44F4-157F2B60F1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83739CC-0919-4B17-35B9-4BDE4F8ED7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27C8912-7C65-CFE8-95A3-2F2FC33141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7620BE6-B017-3807-80C7-B1C18EE3B63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9438071-9C3C-590E-9A0F-B2923ADEB5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843FF0F-7AA6-527D-0E4C-BC1E0A43FB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D240AA1-B004-80A5-E673-E38DA9A825D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A1479B-3A54-2C62-2D9E-8BCECB5ECE7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548ACD1-8E38-1ABF-AAFA-8FC1C0E476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A814C1-8099-B989-E82A-48A7D3F51B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BBC1AE2-ADED-ECAE-16DD-6B6C67EF55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4CAA5CD-3D0D-8F54-A8C2-062A53CD7C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B3CA3B-8C90-2DFA-8412-54C5F55A0AC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54E105-079F-BB4D-33FB-5279D69501B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6A22E7C-D5B2-972E-AFCF-989BF8091A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A3B4DDC-E420-1443-EB67-28F1976D860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7B0F5FD2-FB7F-5B57-7BC8-2674897488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7FFF4A7-F5F1-5143-DBCE-1E88A65F2D0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83B8975C-C4D8-DBD7-0351-DAE55521EC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BD1E090D-4B2F-3A93-314D-F58A7B5E58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84050644-518D-B44A-46C7-B78851697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F5EF0AA-4A46-6CA5-A8A5-58C3746BFF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1C6586A-A526-A75A-D9C9-DC7C047B304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9E9777AD-C431-4243-9922-714E44FF28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0415DDC-D1C0-E319-044C-FE03A768AEB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C7A7E2D-C9D2-5A73-9554-657E606236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25C1A4E-BF97-D847-4D0B-9FDEE329093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D8008F42-F407-13A3-5050-59D61C670B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5FEF34B-B3AC-7FF5-AD47-5C012CF704D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940A4CE7-28AD-9C75-7A20-ED043021E3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DC45828-CD0D-AA03-BA8B-429A7CAAB1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BC5E7AF6-9060-EA58-F4FF-F77399C2143A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296B12-6E82-847C-913A-456597A5BA8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40A5EA-D2F5-52A7-D4B6-DC53FCA0FFE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5CDAAD-BD2F-49E3-B988-2FE3F04B20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149625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75078C-B507-0A90-81E7-6E1658678B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800254-CCD0-FAF5-6A3A-F0DE25FF42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B40B66-D872-E394-A55C-FB7B7935A9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소액암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E5A30E-1FEB-E60B-F5A2-3C4665C4BD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E5B0A0-BE66-A0ED-F13F-B5FA3484ED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A14A41-6542-6D1C-696D-44702CB993A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종합병원상해일당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2B24D7-B636-880F-F8A5-870F7E2F548B}"/>
              </a:ext>
            </a:extLst>
          </p:cNvPr>
          <p:cNvSpPr txBox="1"/>
          <p:nvPr/>
        </p:nvSpPr>
        <p:spPr>
          <a:xfrm>
            <a:off x="383318" y="233997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심천섭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BD552D-8BFB-E5D3-ECCA-1EEC8EC65404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368535-2D00-773E-B484-7C8399EE8B15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04EE78-F3A9-7565-18CD-B82E7778E99C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24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030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3E26-9455-2D40-B38F-DD90EF4F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074332-14F6-A0E0-5399-306057ADCF27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6DA6A-34DA-101B-1CDB-95AF3C4EE1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4929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A6A99-4FC8-E40B-69DC-A7551B0B4924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7F4C2-6C88-5EB9-740B-8DEA3140DB18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510512-AA2B-07E4-7855-6C7D722ECDD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F2FE79D-3F33-B6A8-7A9F-E0AFD53C1D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148D6A3-0AD3-60C4-5C58-79B4B78F03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504A0708-71DC-477E-0C25-95EE2269AB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9420C52-4BB1-4A05-734D-7D6896299D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28F46FE8-03AF-827A-1502-5B88FDAFA8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7DE4364-D22F-79C8-48C4-7BE0F05C05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BD4F39B-2B03-A59A-A635-3AB6D23FD1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5B924DF-609D-14CB-B028-939B85C78A90}"/>
                </a:ext>
              </a:extLst>
            </p:cNvPr>
            <p:cNvSpPr txBox="1">
              <a:spLocks/>
            </p:cNvSpPr>
            <p:nvPr/>
          </p:nvSpPr>
          <p:spPr>
            <a:xfrm>
              <a:off x="1555478" y="259539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E932EB0-5763-4AD9-D9A2-8B4C7A10649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7F8A94B-AD83-E3C6-D283-E2E73FCD791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CCB87E5-4EDF-F2D9-4FE9-462DDA7A476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FFB0EE-82B0-F32F-93EE-A6DBFCE66CF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9690697-282E-0EEC-E597-199F4DF5D79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F5D66AA-0605-CFD8-13C4-2F53D90435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4C63328-7F13-19F5-A44C-5848AA9DB54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518F5EA-F7C7-20BF-4F03-EE195F3C1E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11B6F8-3F4C-5003-3828-A4BC317450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F5DCE92-2B93-A9BC-CFAC-18A01BA043B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D52E8A3-A2E9-DEB3-85BF-3A79EEBFA9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9D93554-AA87-7518-385F-D8B8BC4850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4D823F9-D88D-B290-3D07-F4E85F9991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3228D17-7F87-F34E-BED3-487250AF97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E0D75CC-F5A0-29D4-722B-9C0A1EE3FB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1E9898C-FE79-787E-93FF-C9DB94D0BE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0494145-982D-4EA0-8D71-C9F7929FC9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14C3069-1558-A6DB-452D-04DCD1DF47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EDEEAF1-68C7-0AF7-65E8-DE81A56F7A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FE42CC9-E6EA-F0FD-D1DC-06BA800EA9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F07F44F-2172-1B0E-D51C-901A1ECCE2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6A8D49-4463-DFD6-278F-54F7BAFAA40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6766B9E-5279-D14C-3D97-60B3E393285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11BEF51-497F-7C3B-2FF0-11B5072B67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59089E-4908-EB33-A209-AA1BFF483E9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8446E56-DFC5-E1CF-2543-A2A9D78317C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D413C7E-DD24-53B1-9D3C-F14D413C55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5F592CA3-EAA7-3F38-E9F2-E23DAB6B5E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5298C3F-EA09-6180-0BAB-72ACED64E61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33FB90C2-7908-40DD-6C17-A3306CB41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4A422E69-BE6F-332D-CCE9-772DD8E237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395D26EA-F49B-01D6-63BE-6762EE7578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50E7C319-DA05-6627-F118-364F7C3598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F806CDA-FC20-0BEA-73BF-38D9580EA5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3C3A40C-1C4C-DE20-3A98-88FB3EB664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BD3700F-BA6C-ADA1-1615-9B85430F0B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13F2E874-6A99-AB1A-5A6E-FBD44CE2B7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051C382-D048-5DB0-B436-F36C40E6CF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5108B19-3F3B-2F5B-15A8-41BC6151C0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8222F72-24E2-1E5C-825C-9D4521AE7B5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EE23248-3E1C-43FD-3EE6-F2D30D16AD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976E55A-C5C8-5E56-0502-51A113620F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43ADEF76-5726-2FD2-625D-9E42B02D54F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55E51B-9749-5696-97E8-DC65CE28F4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193FB7-CA70-F508-1955-F84B54C250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55DBBF-D1C8-2D36-9329-2731F0DFCF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149625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C4E518-B1B4-59EB-8B88-104BE60245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D4BBB9-9874-1825-96C7-B690FC0AA4E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219E368-7B6E-CD68-0DE1-53ECB39884C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소액암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중입자치료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149959-6F1F-C7D1-1679-60FF00C6E1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3AD8FF9-1015-DCDD-AE8F-202DE85755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47C193E-5AF1-6CB0-FC45-AFD28F6F01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종합병원상해일당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7C21FDB-2114-0FAF-42F0-1C4C548FAE56}"/>
              </a:ext>
            </a:extLst>
          </p:cNvPr>
          <p:cNvSpPr txBox="1"/>
          <p:nvPr/>
        </p:nvSpPr>
        <p:spPr>
          <a:xfrm>
            <a:off x="383318" y="233997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심천섭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4C1992-3ADC-3D72-88D1-290CC37D7786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4E88DC-FDDC-6001-40B6-D07600B65CAD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EE0E52-DD6F-6817-C4AF-F59D7C27E6B1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24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5B2F1B-054D-81FA-AE37-798002072579}"/>
              </a:ext>
            </a:extLst>
          </p:cNvPr>
          <p:cNvSpPr txBox="1"/>
          <p:nvPr/>
        </p:nvSpPr>
        <p:spPr>
          <a:xfrm>
            <a:off x="1148573" y="1529475"/>
            <a:ext cx="1104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</a:rPr>
              <a:t>500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4F0492-1BB5-8308-24CB-56D543BF70A0}"/>
              </a:ext>
            </a:extLst>
          </p:cNvPr>
          <p:cNvSpPr txBox="1"/>
          <p:nvPr/>
        </p:nvSpPr>
        <p:spPr>
          <a:xfrm>
            <a:off x="4586860" y="2005959"/>
            <a:ext cx="1104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</a:rPr>
              <a:t>500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504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8E51-4878-8847-41C3-E09263C4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ACFF18-4E52-A760-D1AC-E12F9B6E5EBA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6500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!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42B27-B11D-8F1F-E55D-5E02C75B1AC6}"/>
              </a:ext>
            </a:extLst>
          </p:cNvPr>
          <p:cNvSpPr txBox="1"/>
          <p:nvPr/>
        </p:nvSpPr>
        <p:spPr>
          <a:xfrm>
            <a:off x="5148700" y="3462789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20,000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FE810-6E9A-E63C-EB7C-EC415D008080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D5274D-06A9-C21F-C9D5-3CA40B15DCDA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B705085-C29C-D092-D8B2-CAA062043C0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8B6720B8-EA95-5A09-53CE-C6396B6A44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B17CC9C-D3DA-7943-715D-79D9723A4A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4D7C9C9A-9B04-4C20-56E7-9C93E6819D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C2C06DB-6B75-C1E8-DD5B-A5452D70EA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2379B5F-F962-8FCB-31E2-3E443CA4DB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13A6006-DCFB-E2ED-CBD6-D190525A47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28FE38F-1B85-78F3-D493-E9937E10B6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375D247-48E0-94C6-F1E7-CA2C55AB90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961" y="272790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C62E4EF-0572-6BC6-50DD-B4433873034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782377F-FAC1-FF96-DC3C-05F85E8E618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8D1870F1-C414-68FD-AC76-F382963C1E7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8D1BE9-850F-B67E-62BF-3925D8CFB2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040259F2-936D-1E3F-26D8-DA4656F3DCF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34DA78-2245-61DC-6D43-06CA5C3BA71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19C056-24CB-CC0B-CEB8-E104F3D5721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3C1B4F-A1E7-8C7A-8D10-A7C0F48599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8ADD3C7-98CD-CA73-5194-33C99F533E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E0A4E99-B3BB-F3AB-32E0-DE92BA0A602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51A8004-A9F5-2001-0257-22FE5B3531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0FBF4D2-9CC0-C37F-25D9-12F739C47B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5FB3CA5-6BBB-9AAE-3FDF-78485B3C1E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A4AD3E5-1C20-E7A2-3E8A-A14854DF8E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EB323FD-7E8E-97E5-704E-C50BF749FB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73CB597-F6F7-19C8-EE5B-9E267754FC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DDCAE9A-BFA8-28A4-8BF2-65492E2C93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6914878-A257-08FF-93D2-FD28C2B0FC6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10C63CA-3EF0-0F67-6C33-77517827D4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5D9B7B4-0A14-3ADB-D5CE-90ACE39D5D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12ED587-DF30-794D-32E2-6B2787FBA2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4ECA7CF-41B2-1D5B-CD9A-F1CEBBD84E5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56FAD3B-F678-8554-D401-479D3C828C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33EB5A7-20E2-B6BB-D17C-560EBFA8A4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46DFF41-6F5D-2D74-B795-3990EB0B96B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11BED0B-F840-45DE-FE5D-AADF548E5D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791DBBD-30A4-5ED0-F817-CC8BF21603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E630AECB-62FE-4B15-8FD9-0B285857FF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B33385E-3B88-B4FA-7762-B83D3010574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454AE601-4800-0877-CE2B-02D7C7CEF1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8E2C9385-C837-6B7F-A175-70A51DDA6E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E4826426-B3E4-81F7-70E0-DF261893BF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4ACF2A94-C447-5741-CF3F-9EBECFAE3F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DAD51A-383B-2966-FE8E-55CBA852B0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6200A799-2B5C-43CF-AC19-4B0123E392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3CCEC6A-EC11-DE5F-9FBC-DD6787E1047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2C06A383-42E2-6500-70A2-9A3AFD30AD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78DE09C-5134-18F5-E04E-795C7A2710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0F8CC1C9-FC9D-CF17-4C3C-919C064D7E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56F82E4-79D5-89A9-804C-193D530DA72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C319C333-C8D5-C9AC-1EBF-143386381B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4EB358C-36A3-3CA1-4F4D-71DF62D39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EB5A452E-664C-33D6-E9FF-3C3B8224B928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986E21A-6708-2165-8280-F112344058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A521A8-144B-21C2-B9ED-79572DC3301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5,000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88151A-5538-3181-4897-DA69A5D961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252000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+20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4D14AA-0B4D-4285-6A9D-8264F3786E5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65A421-C465-CAE6-6B1A-4A7B15B1B77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A3C3C1-BAED-BC39-B960-F23932472B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8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전립선암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A87A29-D7C4-F791-8EA4-EA3A7127C2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16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42BDD2F-9305-29F7-7C91-C2FCBAC451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2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10/50/100/500/1000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2C51125-2479-7C1B-5E64-4C7B12C70B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DCA249F-A29B-521D-A717-D34330D61B77}"/>
              </a:ext>
            </a:extLst>
          </p:cNvPr>
          <p:cNvSpPr txBox="1"/>
          <p:nvPr/>
        </p:nvSpPr>
        <p:spPr>
          <a:xfrm>
            <a:off x="622396" y="246844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이동원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FE1A30-7B56-6310-5555-F998F788FE68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6A5A4-67DD-FE5A-DA00-6E13F794D0B6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3BEA0B-A4EC-2936-46D6-97D23875F599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3C4E95-161D-64FF-C5D4-E1D1FCE3864F}"/>
              </a:ext>
            </a:extLst>
          </p:cNvPr>
          <p:cNvSpPr txBox="1"/>
          <p:nvPr/>
        </p:nvSpPr>
        <p:spPr>
          <a:xfrm>
            <a:off x="1528823" y="2190345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4EF497-610D-E7A9-6DF8-3821B78F4BE1}"/>
              </a:ext>
            </a:extLst>
          </p:cNvPr>
          <p:cNvSpPr txBox="1"/>
          <p:nvPr/>
        </p:nvSpPr>
        <p:spPr>
          <a:xfrm>
            <a:off x="4940775" y="2590541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5C2600-E9CE-2D23-344C-96373E4E16F4}"/>
              </a:ext>
            </a:extLst>
          </p:cNvPr>
          <p:cNvSpPr txBox="1"/>
          <p:nvPr/>
        </p:nvSpPr>
        <p:spPr>
          <a:xfrm>
            <a:off x="3609187" y="1551755"/>
            <a:ext cx="3128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빈맥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1</a:t>
            </a:r>
            <a:r>
              <a:rPr lang="ko-KR" altLang="en-US" sz="1200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1807340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9A46-8DCD-9034-78EB-09639E93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58D1D5-6689-CF70-1268-6445B2D42DC0}"/>
              </a:ext>
            </a:extLst>
          </p:cNvPr>
          <p:cNvSpPr txBox="1"/>
          <p:nvPr/>
        </p:nvSpPr>
        <p:spPr>
          <a:xfrm>
            <a:off x="5135281" y="5490472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6500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9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B694E-F085-6FD0-26C7-449CE70CE2FF}"/>
              </a:ext>
            </a:extLst>
          </p:cNvPr>
          <p:cNvSpPr txBox="1"/>
          <p:nvPr/>
        </p:nvSpPr>
        <p:spPr>
          <a:xfrm>
            <a:off x="5148700" y="3462789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20,000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F18E7A-EAD3-6475-D19C-0945FB223D95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6DBB5B-3F15-291D-1595-ECB7A9387E2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53532F-B6AF-1350-EEA7-389E13805BF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52C6352-BECF-C88C-02C1-1280422DBA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DC9D0AC5-5E3A-CF0B-CA0A-CADEE588BD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D2A13C5-A2B4-9EB0-1300-C06235160F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C33579C-BFEE-4675-4FF8-0532BBA69D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14FCA1F5-F728-669B-59CE-06BBA836BE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5C5001F-FF0D-E0A4-BC3E-C8CEF5C5A6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DE8311A5-1D9A-7EBD-BDEB-4E623CD2FD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2F4133-74F8-85FA-C3D1-55E668DC8C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4555" y="260969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BBF767E-E34F-2619-0E42-423BAEB204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2D1FE245-03A8-185A-D281-4EA069EEE10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5684D19-79D7-77E7-6E6D-1AEF8F9435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2C71BE-04A9-A3FB-AB91-2EE630D9C4F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98B5A44-51F3-4610-2E97-EB145DC17BB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0AD4DE0-D0F9-CF68-C730-A6D9CDDFC2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98280C-12CE-28C8-E3CE-E974643F07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4ACFD47-B01E-2878-5AA0-5067C2AF3A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186DFA6-E21A-F0F9-0F41-3BEB3CE673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C63FE7E-8769-62C8-E1C2-A0B160911B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B37967F-56D4-9B40-BDBB-5F4F6361790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7DCCD78-AA31-5AB7-016B-C53C30837F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01195B2-D351-64C1-9DA8-C327B269E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300C5407-5F72-1515-5F7B-86E7FE847A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C4A8F4C-E109-4091-26D3-A996C1C64A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A622E8B-D991-5E5C-A28C-05283365A84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A7A1361-E5E0-7680-3212-60857410AF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7F224B1-19F4-EF65-3D0E-A8375E5646F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C2BFD8A-B088-A89F-909F-DA8A925BB0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211F93-E1D8-2EFB-DD33-C793C9C99A4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6DB1278-020F-1C02-B78B-A635FBA692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822BBDB-5265-0B94-B021-57A36E4724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468B9F7-3998-9706-8F76-2F38D816A0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340335A-6112-3C95-AFDE-F51299B020A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FCC707D-5850-0968-6E4B-F1D4D7D4CB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4237C03-7510-CC1F-4D46-195F5FE384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33168FF-E957-9188-3900-9950E51AB0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0315C60C-33A1-7B3F-611F-24EF1C537E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C25F1FD-1CAC-DB3C-114A-E1CC4205A1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F6FA4295-8675-964B-42EF-389FEDAC31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ED48177E-4A55-4343-FB44-537AA03EE4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C31F7EE6-3CAB-B2DB-2080-4FB60A8FF7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012DEC9-ED36-E79E-8181-24F31AFF0A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9E11DD1-A29B-0665-2DA4-93D61CFA79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E2BD288C-C2C5-C245-38B3-D4A6C08E06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01E0782-647A-1F5E-2BA0-12588E8A5C7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44539CDA-1C68-87D4-5D4E-ED92E09B97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EAB93FE-EFDE-7508-97C6-377103E63F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90045" y="8294762"/>
              <a:ext cx="15271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203AAFB-8430-AF1C-253F-0F8C50E811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1D25369-A309-E6F0-3B33-3C76836D820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430D1B79-A286-E56A-C6A3-1E71BEB700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AE03A1F-96B3-5677-A278-1036E6E588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676AE18-2E1F-6B2F-611F-8ACF4653E264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90FA55-7C65-3270-1567-87056AA03196}"/>
                </a:ext>
              </a:extLst>
            </p:cNvPr>
            <p:cNvSpPr txBox="1">
              <a:spLocks/>
            </p:cNvSpPr>
            <p:nvPr/>
          </p:nvSpPr>
          <p:spPr>
            <a:xfrm>
              <a:off x="3575822" y="481180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FE54BC-40A0-517D-CE5A-D6972C8910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5,000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25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6B94A9-A78A-4A43-6749-71BC9F9A0228}"/>
                </a:ext>
              </a:extLst>
            </p:cNvPr>
            <p:cNvSpPr txBox="1">
              <a:spLocks/>
            </p:cNvSpPr>
            <p:nvPr/>
          </p:nvSpPr>
          <p:spPr>
            <a:xfrm>
              <a:off x="3488593" y="3325078"/>
              <a:ext cx="2520000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30+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X):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60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+50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20+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+20+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408DB0-7A91-22D2-ED08-F23200567C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B431F5-D045-49C3-0364-B9E1D379475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A9BC65-838A-D281-1269-6722C40CCC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8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전립선암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B2D3DF-582B-7274-78D7-4AEEEF20DE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16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50FB33-8B3C-1E4F-035A-F4C682BFBEC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2359" y="5466003"/>
              <a:ext cx="1621742" cy="1862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10/50/100/500/1000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(20/50/100/500/1000)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50+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A7F2FB-4343-ADC3-32FA-8DC6EE9A4C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2~3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상급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종합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0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상급병원간병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2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DF37802-9DCF-74E8-DB67-3C6BD6FF8DE8}"/>
              </a:ext>
            </a:extLst>
          </p:cNvPr>
          <p:cNvSpPr txBox="1"/>
          <p:nvPr/>
        </p:nvSpPr>
        <p:spPr>
          <a:xfrm>
            <a:off x="356018" y="244949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이동원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26B545-3D47-181B-156D-7B6CB8FE82B0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5B3722-6EFF-6CDB-E34C-A5D685938CFA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1C11FE-1C2E-FA95-E57A-2152D4A63561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150D38-BF6C-8D5B-35B2-44784587EE41}"/>
              </a:ext>
            </a:extLst>
          </p:cNvPr>
          <p:cNvSpPr txBox="1"/>
          <p:nvPr/>
        </p:nvSpPr>
        <p:spPr>
          <a:xfrm>
            <a:off x="1528823" y="2190345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B473A7-041C-995C-DF42-80C69EF86D89}"/>
              </a:ext>
            </a:extLst>
          </p:cNvPr>
          <p:cNvSpPr txBox="1"/>
          <p:nvPr/>
        </p:nvSpPr>
        <p:spPr>
          <a:xfrm>
            <a:off x="4940775" y="2590541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90130-8720-7E16-ACB0-F9EA9BFEEB18}"/>
              </a:ext>
            </a:extLst>
          </p:cNvPr>
          <p:cNvSpPr txBox="1"/>
          <p:nvPr/>
        </p:nvSpPr>
        <p:spPr>
          <a:xfrm>
            <a:off x="3609187" y="1551755"/>
            <a:ext cx="3128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빈맥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1</a:t>
            </a:r>
            <a:r>
              <a:rPr lang="ko-KR" altLang="en-US" sz="1200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23562C-F973-6972-6BAF-BC7705E7D635}"/>
              </a:ext>
            </a:extLst>
          </p:cNvPr>
          <p:cNvSpPr txBox="1"/>
          <p:nvPr/>
        </p:nvSpPr>
        <p:spPr>
          <a:xfrm>
            <a:off x="3575822" y="8687219"/>
            <a:ext cx="1527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>
                <a:solidFill>
                  <a:srgbClr val="FF0000"/>
                </a:solidFill>
              </a:rPr>
              <a:t>골절 한방치료 </a:t>
            </a:r>
            <a:r>
              <a:rPr lang="en-US" altLang="ko-KR" sz="1100" dirty="0">
                <a:solidFill>
                  <a:srgbClr val="FF0000"/>
                </a:solidFill>
              </a:rPr>
              <a:t>5</a:t>
            </a:r>
            <a:r>
              <a:rPr lang="ko-KR" altLang="en-US" sz="1100" dirty="0">
                <a:solidFill>
                  <a:srgbClr val="FF0000"/>
                </a:solidFill>
              </a:rPr>
              <a:t>만원</a:t>
            </a:r>
          </a:p>
        </p:txBody>
      </p:sp>
    </p:spTree>
    <p:extLst>
      <p:ext uri="{BB962C8B-B14F-4D97-AF65-F5344CB8AC3E}">
        <p14:creationId xmlns:p14="http://schemas.microsoft.com/office/powerpoint/2010/main" val="4205199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님의 보장</a:t>
            </a:r>
            <a:r>
              <a:rPr lang="en-US" altLang="ko-KR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(    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일 기준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03592" y="251326"/>
            <a:ext cx="656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뇌졸증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 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급성심근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 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544" y="4986714"/>
            <a:ext cx="344823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암주요치료비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하이클래스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 </a:t>
            </a:r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___________)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연금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저축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 noGrp="1" noRot="1" noMove="1" noResize="1" noEditPoints="1" noAdjustHandles="1" noChangeArrowheads="1" noChangeShapeType="1"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60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70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독감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7,100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2211" y="3342373"/>
            <a:ext cx="31555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통합암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고액암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상급병원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만원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9959" y="5649932"/>
            <a:ext cx="1621742" cy="18774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10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( 20/20/100/200/500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29621" y="5691134"/>
            <a:ext cx="1621742" cy="18774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상급종합병원수술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( 10/20/50/200/900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90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120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각각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33FB17-06B0-1B04-0AB0-869230F3D310}"/>
              </a:ext>
            </a:extLst>
          </p:cNvPr>
          <p:cNvSpPr txBox="1"/>
          <p:nvPr/>
        </p:nvSpPr>
        <p:spPr>
          <a:xfrm>
            <a:off x="622396" y="246844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양여은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1B681-15F9-9A68-3F91-D864B64303B7}"/>
              </a:ext>
            </a:extLst>
          </p:cNvPr>
          <p:cNvSpPr txBox="1"/>
          <p:nvPr/>
        </p:nvSpPr>
        <p:spPr>
          <a:xfrm>
            <a:off x="2976352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66D15A-0593-77E7-0BE1-9EBCC87E01E6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04DB6D-7E71-1D6D-A9BE-FB15052FD48D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7D2A4B-55BA-F21D-2EED-F33BD6676E3F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8FF67C-CE0E-1081-9F08-DB01D2C4DA76}"/>
              </a:ext>
            </a:extLst>
          </p:cNvPr>
          <p:cNvSpPr txBox="1"/>
          <p:nvPr/>
        </p:nvSpPr>
        <p:spPr>
          <a:xfrm>
            <a:off x="1429550" y="1642462"/>
            <a:ext cx="78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9CAAD8-F3B0-3786-28F1-647CBF531F7C}"/>
              </a:ext>
            </a:extLst>
          </p:cNvPr>
          <p:cNvSpPr txBox="1"/>
          <p:nvPr/>
        </p:nvSpPr>
        <p:spPr>
          <a:xfrm>
            <a:off x="4149432" y="1488753"/>
            <a:ext cx="1940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빈맥</a:t>
            </a:r>
            <a:r>
              <a:rPr lang="ko-KR" altLang="en-US" sz="1200" dirty="0"/>
              <a:t> </a:t>
            </a:r>
            <a:r>
              <a:rPr lang="en-US" altLang="ko-KR" sz="1200" dirty="0"/>
              <a:t>2</a:t>
            </a:r>
            <a:r>
              <a:rPr lang="ko-KR" altLang="en-US" sz="1200" dirty="0"/>
              <a:t>천만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500 + </a:t>
            </a:r>
            <a:r>
              <a:rPr lang="en-US" altLang="ko-KR" sz="1200" b="1" dirty="0">
                <a:solidFill>
                  <a:srgbClr val="0000FF"/>
                </a:solidFill>
              </a:rPr>
              <a:t>500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8BB11F-1B2E-F498-95D5-DB8C8A32D352}"/>
              </a:ext>
            </a:extLst>
          </p:cNvPr>
          <p:cNvSpPr txBox="1"/>
          <p:nvPr/>
        </p:nvSpPr>
        <p:spPr>
          <a:xfrm>
            <a:off x="4888209" y="2609112"/>
            <a:ext cx="78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천</a:t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8886-5F4B-BD76-BB61-5424D506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3CF7AB-316A-38D6-4D6F-8190E0B887DF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8BA62-FB24-4E24-97BE-0E5AED390616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B3009-18FE-1A7D-9910-CE8DEC4DB7CB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F400D2-8D45-B393-8A8F-C5213EFB4183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39E27FA-E511-1CD1-5894-B2B8D4CA79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77CE931-0B95-2FBD-0A05-03F6DBDECA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8EEAABE-8AE7-798A-F67F-5B25E7A79C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0EB1152A-14AA-8B91-5ABB-27AE3400CE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A6EA136-0E2C-3BED-A5E4-E6DA88874C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A0736528-5028-3797-6CA7-F978B6ED44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DBA3ACD-E9A4-0F88-7F35-D1F9287D05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5DCE254-F6DA-7E41-B6BE-2EB98162B4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B60F3B-F153-3295-583B-22D0B60DD0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55282" y="274050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C54E8B3-3B71-213E-AE27-4AE21346CFD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4603679-F623-4F85-C949-F55F2B1ADCD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A507AF53-808F-1131-F945-357C02CE2C2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134219-40B6-F23E-763D-4F814E63F83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0F62E90-9DEC-A889-EBF6-5B3BF61B7ED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CCBD3B-71F4-B5D1-577A-D6152C22EE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5629B59-F0AE-7CDE-5B14-583A6C81EF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B85BC06-4FF1-F747-16C8-DE500DA7DD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CCD4627-FCE7-2BC2-B414-D5F2AE1118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BF0A2CC-6835-15C9-4330-DCFAEF73F24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A8F897-4D2E-E4A9-5D22-6D9141AF1DD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A65ABF7-B29E-991F-F47D-DC5EC5AAD0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80A48EB-C6CA-4494-3C7B-5694A89371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6D1B4E41-7B68-A741-A959-9D727AC4B9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F8880E-1D8F-66A6-25B4-83DD48D816A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E11ED43-2C7A-2D2E-C5B6-3C69C73643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9A33DC-23D1-9962-3714-A5E9464FAF5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26CD6EB-9B3B-0B54-9E8B-0027C4658AA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4285F9B-A002-A6CB-47AD-AE80F395AC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0022D9-6469-F48B-3B51-8DFF39E9B4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1EEA688-ACB0-CC08-9647-8500FDCB829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48D262B-7002-FA27-CB53-832318DE664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230D3D8-0D89-7678-B3D5-458D2DCE13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A2E8F61-1538-8FB1-29B4-6D0EC55867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1E82567-94EF-9476-90F3-99501DE90C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2009.11.17)</a:t>
              </a:r>
              <a:endParaRPr lang="ko-KR" altLang="en-US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EE0F0E5-FDCF-BB12-6F97-82952CB488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E6281B5-1598-40E6-7E17-0AEFCCC3FE6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5011684E-176F-A91D-A340-C5202706BD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09260F9-B7E5-BB65-2A00-508E2D115E8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A5359CAA-9735-C744-A293-E14FDEDBC3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43E7718A-0C61-E558-C63A-F7AA038BA9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DAF971B7-9676-ECA1-4506-DEFAD9FE20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28C37842-067A-F6E9-F714-0335C8E61C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F650F21-1D7D-8F9F-6349-D20B3F3E10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F65924B5-79F2-359C-EF92-95E88A7C4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F273841-C50D-59AB-154B-812D5479C30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E389C47-7D07-B84B-AF48-FBEBBC10DA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A6D8028-3FF7-FA33-9AF1-ADF4A83BBC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036EAF0-3B41-DCEC-E879-A6CD1B8225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17B7183-8617-68D9-2637-C5DD0E48C4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A823D03-B66C-9B50-BEEA-82EE49702B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916FC26-4F2C-667D-CAE9-874B2B3C22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C3B2BB33-5A00-7FF4-060D-13502049EC2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3AEF6F-9240-73FA-162C-D74F06248D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4A01F9-C37A-A27F-6E76-6C490AED62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6F7D67-B0A0-6356-0276-B6D3797F5B8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252000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453655-FC3C-E972-CDA6-8B39C20A7E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63548D-2158-53B5-8FAE-92165AD5192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9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36C3A1-DC42-9224-118A-48B97A2AA5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+ 600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*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전이암표적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항암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.3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5DCF25-B548-49C0-390F-A44A5554FE7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( 30/50/300/1000/1000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119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4E1084-522E-4E6C-F590-5D3765A737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2359" y="5577789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상급병원수술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A0610B-D765-584B-50B2-302F9EAE138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65B18EB-5025-A3FD-5C88-76D4F7293CB8}"/>
              </a:ext>
            </a:extLst>
          </p:cNvPr>
          <p:cNvSpPr txBox="1"/>
          <p:nvPr/>
        </p:nvSpPr>
        <p:spPr>
          <a:xfrm>
            <a:off x="331116" y="258278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양세은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1150C2-F899-9716-E5EC-CD44A8137604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7BE1-9408-2062-B6D0-D6A73325662E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8110-77DF-1E64-9674-08481AF0A8AC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FA5610-207F-4809-F1FC-F2E144856091}"/>
              </a:ext>
            </a:extLst>
          </p:cNvPr>
          <p:cNvSpPr txBox="1"/>
          <p:nvPr/>
        </p:nvSpPr>
        <p:spPr>
          <a:xfrm>
            <a:off x="1512783" y="2661466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5</a:t>
            </a:r>
            <a:r>
              <a:rPr lang="ko-KR" altLang="en-US" dirty="0">
                <a:solidFill>
                  <a:srgbClr val="0000FF"/>
                </a:solidFill>
              </a:rPr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570962-1D93-9B51-F945-D50CD1A4DEA6}"/>
              </a:ext>
            </a:extLst>
          </p:cNvPr>
          <p:cNvSpPr txBox="1"/>
          <p:nvPr/>
        </p:nvSpPr>
        <p:spPr>
          <a:xfrm>
            <a:off x="4668865" y="2591429"/>
            <a:ext cx="147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5</a:t>
            </a:r>
            <a:r>
              <a:rPr lang="ko-KR" altLang="en-US" dirty="0">
                <a:solidFill>
                  <a:srgbClr val="0000FF"/>
                </a:solidFill>
              </a:rPr>
              <a:t>천</a:t>
            </a:r>
            <a:r>
              <a:rPr lang="en-US" altLang="ko-KR" dirty="0">
                <a:solidFill>
                  <a:srgbClr val="0000FF"/>
                </a:solidFill>
              </a:rPr>
              <a:t>+</a:t>
            </a:r>
            <a:r>
              <a:rPr lang="en-US" altLang="ko-KR" dirty="0"/>
              <a:t>1</a:t>
            </a:r>
            <a:r>
              <a:rPr lang="ko-KR" altLang="en-US" dirty="0"/>
              <a:t>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2E8932-5EA3-3DBD-5D87-CA308551044B}"/>
              </a:ext>
            </a:extLst>
          </p:cNvPr>
          <p:cNvSpPr txBox="1"/>
          <p:nvPr/>
        </p:nvSpPr>
        <p:spPr>
          <a:xfrm>
            <a:off x="1467063" y="1601459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CE3E32-16D4-5F85-7AD4-22CFE007405C}"/>
              </a:ext>
            </a:extLst>
          </p:cNvPr>
          <p:cNvSpPr txBox="1"/>
          <p:nvPr/>
        </p:nvSpPr>
        <p:spPr>
          <a:xfrm>
            <a:off x="4094283" y="1487189"/>
            <a:ext cx="2144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2</a:t>
            </a:r>
            <a:r>
              <a:rPr lang="ko-KR" altLang="en-US" sz="1200" dirty="0"/>
              <a:t>천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1</a:t>
            </a:r>
            <a:r>
              <a:rPr lang="ko-KR" altLang="en-US" sz="1200" dirty="0"/>
              <a:t>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7E37F4-F004-389E-1596-1C9721E08507}"/>
              </a:ext>
            </a:extLst>
          </p:cNvPr>
          <p:cNvSpPr txBox="1"/>
          <p:nvPr/>
        </p:nvSpPr>
        <p:spPr>
          <a:xfrm>
            <a:off x="4866253" y="2109841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2A7920E-A380-2443-A02F-4E4FBBE4F874}"/>
              </a:ext>
            </a:extLst>
          </p:cNvPr>
          <p:cNvSpPr/>
          <p:nvPr/>
        </p:nvSpPr>
        <p:spPr>
          <a:xfrm>
            <a:off x="1952156" y="6342410"/>
            <a:ext cx="1260379" cy="139700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297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A4BF-C314-A5F8-AFBF-D339ADA0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E23BA64-28EE-8355-7141-11D1E6F667CD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A9DDB-8C41-122F-8107-E5E55A373304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54C39B-0EC2-5798-0C49-D24836441F64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C8A93-0CB2-01D8-772A-17ECE66A1096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2E8D4EA-3D36-639F-7BE4-8637927674B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84B9BD25-563F-655A-43DB-852FB32B8D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646A452-9DB7-54B6-BA2B-297B26E1F2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50A63C4-DF67-301C-371F-130AFBD763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C1E585A9-F2CD-7909-F94A-13961564B2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3214334-3782-5BCC-395F-0946F19B9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B8FB1EB-7F2E-4729-FB64-79A106E79A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B6FC2D8-5B6D-B5B4-B74B-CEBC974C08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235782-6FC1-1955-3426-13678CF598A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961" y="272790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0213B72-32D0-4B23-E8CC-B66AD72CD49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C5FA9A65-9320-F2FC-6219-3A1BC94CA89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A9FA288-F6CB-17A1-3619-4E29D02DCA0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CACC13C-F4F7-A51D-975D-4DC6F46E7BB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BFF70220-05CC-A032-07EF-A18E2304D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48D0F7-5C12-0DF1-22F0-1E90BC9CE4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0D36ACA-19AE-B600-7FCD-D09C8FF038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6BFAA25-823B-13B9-E63D-1409356E06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778F496-E635-A1A8-1852-54F35EF9C96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223C577-1914-31DE-120D-07A15E24A7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DE98F9-6AC4-5CEB-73AB-29079169D95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67D7850-C3F5-3269-E25C-8BFC496A27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28127159-8A4E-C708-F30C-BB53908866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8049841-6965-79E2-341A-16DE95CD0F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87F3841-7348-2DA1-87FB-3B76D447C94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4EF81CE-EA56-DA61-BABA-E83A505BCBF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3750BE2-1597-08C0-40B3-BD19A1DBED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8EDDB5-941C-644A-DD7B-FC3F60DB6B1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363A5FC-9154-4282-29B6-7520E959B1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994DC2-4DDA-A5E1-EAF0-6CC4453336C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206B55A-122D-5FEC-8DFC-7785A1DEE6F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84D475D-0651-3B7D-5E03-F716DC14169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20EACB2-68AF-A579-8524-4B7D612E396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DD68DA7-83E3-E1D9-D679-D49701B076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5D5B2E-6E4B-AB9E-754E-04193B12E7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2009.11.17)</a:t>
              </a:r>
              <a:endParaRPr lang="ko-KR" altLang="en-US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5CFFAC8-93D2-C99A-62C1-5B5261BFAA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2326D23-6F1F-055C-73F3-DC6E2BA6CA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97AAA5FE-5F59-8DDE-2CE5-0E283203F4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6B87316-9CD8-3FA1-C2F2-45C4218DF8A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16FC2D86-362D-BEB5-71FC-9522FF0C2E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3A691740-6611-6BF3-4389-F3BDF6A057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DC4BDDD2-E342-2745-69B5-796FC83D70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C0C835F2-95DE-7074-9EBA-AB10FB9D91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BCD22E4-3351-A439-CE3B-D6F184F308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22AC781D-E2FC-1826-7103-C11298DAAE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8A8C4D8-3F43-608F-B20B-07B1ADE8A7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A8B92407-39B3-73C2-D673-51C97A4CA0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A5AD374-017A-C5D9-CEED-EB491C4290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96DA2276-98D2-B563-1E4B-E7D292EB23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61D3BC5-13BE-C67B-AAF0-DB081491A1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2B56FD06-E863-B987-B5BF-6B8D9E734A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18F94A0-41C7-963F-F533-5B8C70AE056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73E9C98-FCA9-9D23-278C-AC02C2ADFD73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2AA8DC-2A1D-569E-502D-C3CE009629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A1567CA-D9A6-FB85-2D73-E041DD3AB5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3F8999-7484-AA1E-65E9-1D3CBB0030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252000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897069-B998-11B4-B2F4-F057B20E4FF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C3A68C-8400-AB45-6DC6-95B6A3E1993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9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A764ED-9D89-9A97-D621-8D3E18B0996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4.253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+ 600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전이암표적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항암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250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.3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1F7F16-B5FB-A6D1-8E0E-B3AB3D4F9B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62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+300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( 30/50/300/1000/1000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119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3CB88E-A13B-25ED-864E-BCE5FF7AF59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2359" y="5577789"/>
              <a:ext cx="1621742" cy="18928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상급병원수술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E38024C-9E30-57AA-FBF2-3F64DEA70FE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 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B012B02-317B-CFAE-C6AA-73029F908B61}"/>
              </a:ext>
            </a:extLst>
          </p:cNvPr>
          <p:cNvSpPr txBox="1"/>
          <p:nvPr/>
        </p:nvSpPr>
        <p:spPr>
          <a:xfrm>
            <a:off x="622396" y="246844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양세은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71AF0-CA14-A7BD-9ADD-60EC7DB4DE4B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C9B013-F3B8-D135-B5AA-102EDF809776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0A40BA-1390-578D-1E0C-B5A4A6B06448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FEA770-7C75-BB7C-CF46-25F790DC3A12}"/>
              </a:ext>
            </a:extLst>
          </p:cNvPr>
          <p:cNvSpPr txBox="1"/>
          <p:nvPr/>
        </p:nvSpPr>
        <p:spPr>
          <a:xfrm>
            <a:off x="1141761" y="2651250"/>
            <a:ext cx="1829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</a:rPr>
              <a:t>5</a:t>
            </a:r>
            <a:r>
              <a:rPr lang="ko-KR" altLang="en-US" sz="1600" dirty="0">
                <a:solidFill>
                  <a:srgbClr val="0000FF"/>
                </a:solidFill>
              </a:rPr>
              <a:t>천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en-US" altLang="ko-KR" sz="1600" dirty="0">
                <a:solidFill>
                  <a:srgbClr val="FF0000"/>
                </a:solidFill>
              </a:rPr>
              <a:t>4.253</a:t>
            </a:r>
            <a:r>
              <a:rPr lang="ko-KR" altLang="en-US" sz="1600" dirty="0">
                <a:solidFill>
                  <a:srgbClr val="FF0000"/>
                </a:solidFill>
              </a:rPr>
              <a:t>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C9C82-611B-3A85-E057-3B2CD1A03263}"/>
              </a:ext>
            </a:extLst>
          </p:cNvPr>
          <p:cNvSpPr txBox="1"/>
          <p:nvPr/>
        </p:nvSpPr>
        <p:spPr>
          <a:xfrm>
            <a:off x="4436882" y="2604618"/>
            <a:ext cx="2114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</a:rPr>
              <a:t>5</a:t>
            </a:r>
            <a:r>
              <a:rPr lang="ko-KR" altLang="en-US" sz="1400" dirty="0">
                <a:solidFill>
                  <a:srgbClr val="0000FF"/>
                </a:solidFill>
              </a:rPr>
              <a:t>천</a:t>
            </a:r>
            <a:r>
              <a:rPr lang="en-US" altLang="ko-KR" sz="1400" dirty="0">
                <a:solidFill>
                  <a:srgbClr val="0000FF"/>
                </a:solidFill>
              </a:rPr>
              <a:t>+</a:t>
            </a:r>
            <a:r>
              <a:rPr lang="en-US" altLang="ko-KR" sz="1400" dirty="0"/>
              <a:t>1</a:t>
            </a:r>
            <a:r>
              <a:rPr lang="ko-KR" altLang="en-US" sz="1400" dirty="0"/>
              <a:t>천</a:t>
            </a:r>
            <a:r>
              <a:rPr lang="en-US" altLang="ko-KR" sz="1400" dirty="0"/>
              <a:t>+</a:t>
            </a:r>
            <a:r>
              <a:rPr lang="en-US" altLang="ko-KR" sz="1200" dirty="0">
                <a:solidFill>
                  <a:srgbClr val="FF0000"/>
                </a:solidFill>
              </a:rPr>
              <a:t>4.253</a:t>
            </a:r>
            <a:r>
              <a:rPr lang="ko-KR" altLang="en-US" sz="1200" dirty="0">
                <a:solidFill>
                  <a:srgbClr val="FF0000"/>
                </a:solidFill>
              </a:rPr>
              <a:t>만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CC5F08-0472-49D0-1091-ADEBCB2687D2}"/>
              </a:ext>
            </a:extLst>
          </p:cNvPr>
          <p:cNvSpPr txBox="1"/>
          <p:nvPr/>
        </p:nvSpPr>
        <p:spPr>
          <a:xfrm>
            <a:off x="1467063" y="1601459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41D2B5-A8D3-162C-1B77-A7EE14E15058}"/>
              </a:ext>
            </a:extLst>
          </p:cNvPr>
          <p:cNvSpPr txBox="1"/>
          <p:nvPr/>
        </p:nvSpPr>
        <p:spPr>
          <a:xfrm>
            <a:off x="4094283" y="1487189"/>
            <a:ext cx="2144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2</a:t>
            </a:r>
            <a:r>
              <a:rPr lang="ko-KR" altLang="en-US" sz="1200" dirty="0"/>
              <a:t>천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1</a:t>
            </a:r>
            <a:r>
              <a:rPr lang="ko-KR" altLang="en-US" sz="1200" dirty="0"/>
              <a:t>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1E47E6-20FD-F0E6-54D5-D63C3378BDDC}"/>
              </a:ext>
            </a:extLst>
          </p:cNvPr>
          <p:cNvSpPr txBox="1"/>
          <p:nvPr/>
        </p:nvSpPr>
        <p:spPr>
          <a:xfrm>
            <a:off x="4599219" y="2090644"/>
            <a:ext cx="147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</a:t>
            </a:r>
            <a:r>
              <a:rPr lang="en-US" altLang="ko-KR" dirty="0"/>
              <a:t>+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7911672-FF4F-86B1-BCA2-1159950CB5D4}"/>
              </a:ext>
            </a:extLst>
          </p:cNvPr>
          <p:cNvSpPr/>
          <p:nvPr/>
        </p:nvSpPr>
        <p:spPr>
          <a:xfrm>
            <a:off x="1952156" y="6342410"/>
            <a:ext cx="1260379" cy="139700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463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2634</TotalTime>
  <Words>6614</Words>
  <Application>Microsoft Office PowerPoint</Application>
  <PresentationFormat>A4 용지(210x297mm)</PresentationFormat>
  <Paragraphs>1977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HY견고딕</vt:lpstr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은혜 최</dc:creator>
  <cp:lastModifiedBy>은혜 최</cp:lastModifiedBy>
  <cp:revision>51</cp:revision>
  <cp:lastPrinted>2026-05-22T03:54:25Z</cp:lastPrinted>
  <dcterms:created xsi:type="dcterms:W3CDTF">2025-05-17T14:02:33Z</dcterms:created>
  <dcterms:modified xsi:type="dcterms:W3CDTF">2026-05-22T03:57:14Z</dcterms:modified>
</cp:coreProperties>
</file>