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백O화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13일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1,000</a:t>
            </a:r>
            <a:r>
              <a:rPr lang="ko-KR" altLang="en-US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+5,000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5,000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2,000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2,000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 : 3,000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9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5,000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2세대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2014.08.08)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MRI : 10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10,000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17,000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30,100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+3,396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6,396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+36,696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8,500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+13,000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2,427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7,100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15,000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2,000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2,000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(30/30/300/1000/1000)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130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6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(20/60/200/400/800)</a:t>
            </a:r>
            <a:r>
              <a:rPr lang="en-US" altLang="ko-KR" sz="6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1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 /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7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협심증/심부전/염증/빈맥 </a:t>
            </a:r>
            <a:r>
              <a:rPr sz="1100"/>
              <a:t>1,000</a:t>
            </a:r>
          </a:p>
          <a:p>
            <a:r>
              <a:rPr sz="1100"/>
              <a:t>부정맥 </a:t>
            </a:r>
            <a:r>
              <a:rPr sz="1100"/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