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주정은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04일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2,000.0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</a:t>
            </a:r>
            <a:r>
              <a:rPr lang="ko-KR" altLang="en-US" sz="600" dirty="0" err="1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2,400</a:t>
            </a:r>
            <a:r>
              <a:rPr lang="ko-KR" altLang="en-US" sz="60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+4,500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62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</a:t>
            </a:r>
            <a:r>
              <a:rPr lang="ko-KR" altLang="en-US" sz="620" dirty="0">
                <a:solidFill>
                  <a:srgbClr val="000000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2,400</a:t>
            </a:r>
            <a:r>
              <a:rPr lang="ko-KR" altLang="en-US" sz="62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+6,400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1세대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2009.03.17)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110.0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100.0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3,500.0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100.0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5,000.0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100.0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+5,000.0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+600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+17,300.0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11,400.0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+2,400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+2,100.0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200.0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30.0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(0/400/0/0/0)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1,000.0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200.0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(0/400/0/0/0)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6.0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10.0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7.0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/>
            </a:r>
            <a:r>
              <a:rPr sz="1100"/>
              <a:t/>
            </a:r>
          </a:p>
          <a:p>
            <a:r>
              <a:rPr sz="1100"/>
              <a:t/>
            </a:r>
            <a:r>
              <a:rPr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