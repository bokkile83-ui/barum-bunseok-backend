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10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5" d="100"/>
          <a:sy n="55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님의 보장</a:t>
            </a:r>
            <a:r>
              <a:rPr lang="en-US" altLang="ko-KR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(    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일 기준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03592" y="251326"/>
            <a:ext cx="656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뇌졸증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500만</a:t>
            </a:r>
            <a:r>
              <a:rPr lang="ko-KR" altLang="en-US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0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500만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 1,000만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급성심근 500만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500만</a:t>
            </a:r>
            <a:r>
              <a:rPr lang="ko-KR" altLang="en-US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0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500만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544" y="4986714"/>
            <a:ext cx="344823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암주요치료비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하이클래스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 </a:t>
            </a:r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연금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저축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 noGrp="1" noRot="1" noMove="1" noResize="1" noEditPoints="1" noAdjustHandles="1" noChangeArrowheads="1" noChangeShapeType="1"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1억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5,000만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20만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30만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40만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10만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7,000만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3,000만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500만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2억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1,000만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5,000만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:30만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독감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100만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5,100만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2211" y="3342373"/>
            <a:ext cx="31555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5,000만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1,000만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통합암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고액암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:5,000만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300만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75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7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7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8,000만</a:t>
            </a:r>
            <a:r>
              <a:rPr lang="ko-KR" altLang="en-US" sz="7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7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75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75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75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75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7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7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2,000/500만</a:t>
            </a:r>
            <a:r>
              <a:rPr lang="ko-KR" altLang="en-US" sz="7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7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7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1,000만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9959" y="5649932"/>
            <a:ext cx="1621742" cy="18774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40만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latin typeface="HY엽서M" panose="02030600000101010101" pitchFamily="18" charset="-127"/>
                <a:ea typeface="HY엽서M" panose="02030600000101010101" pitchFamily="18" charset="-127"/>
              </a:rPr>
              <a:t>(10/30/100/200/500)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1,700만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1,000만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700만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29621" y="5691134"/>
            <a:ext cx="1621742" cy="18774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50만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상급종합병원수술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latin typeface="HY엽서M" panose="02030600000101010101" pitchFamily="18" charset="-127"/>
                <a:ea typeface="HY엽서M" panose="02030600000101010101" pitchFamily="18" charset="-127"/>
              </a:rPr>
              <a:t>(20/80/200/700/1400)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60만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70만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15/15만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33FB17-06B0-1B04-0AB0-869230F3D310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 err="1"/>
              <a:t>정*철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1B681-15F9-9A68-3F91-D864B64303B7}"/>
              </a:ext>
            </a:extLst>
          </p:cNvPr>
          <p:cNvSpPr txBox="1"/>
          <p:nvPr/>
        </p:nvSpPr>
        <p:spPr>
          <a:xfrm>
            <a:off x="2976352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66D15A-0593-77E7-0BE1-9EBCC87E01E6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26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04DB6D-7E71-1D6D-A9BE-FB15052FD48D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06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7D2A4B-55BA-F21D-2EED-F33BD6676E3F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8FF67C-CE0E-1081-9F08-DB01D2C4DA76}"/>
              </a:ext>
            </a:extLst>
          </p:cNvPr>
          <p:cNvSpPr txBox="1"/>
          <p:nvPr/>
        </p:nvSpPr>
        <p:spPr>
          <a:xfrm>
            <a:off x="1429550" y="1642462"/>
            <a:ext cx="78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1,500만</a:t>
            </a:r>
            <a:r>
              <a:rPr lang="ko-KR" altLang="en-US" dirty="0"/>
              <a:t/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9CAAD8-F3B0-3786-28F1-647CBF531F7C}"/>
              </a:ext>
            </a:extLst>
          </p:cNvPr>
          <p:cNvSpPr txBox="1"/>
          <p:nvPr/>
        </p:nvSpPr>
        <p:spPr>
          <a:xfrm>
            <a:off x="4149432" y="1488753"/>
            <a:ext cx="1940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/>
            </a:r>
            <a:r>
              <a:rPr lang="en-US" altLang="ko-KR" sz="1200" dirty="0"/>
              <a:t/>
            </a:r>
            <a:r>
              <a:rPr lang="ko-KR" altLang="en-US" sz="1200" dirty="0"/>
              <a:t/>
            </a:r>
            <a:r>
              <a:rPr lang="en-US" altLang="ko-KR" sz="1200" dirty="0"/>
              <a:t/>
            </a:r>
            <a:r>
              <a:rPr lang="ko-KR" altLang="en-US" sz="1200" dirty="0" err="1"/>
              <a:t/>
            </a:r>
            <a:r>
              <a:rPr lang="ko-KR" altLang="en-US" sz="1200" dirty="0"/>
              <a:t/>
            </a:r>
            <a:r>
              <a:rPr lang="en-US" altLang="ko-KR" sz="1200" dirty="0"/>
              <a:t/>
            </a:r>
            <a:r>
              <a:rPr lang="ko-KR" altLang="en-US" sz="1200" dirty="0"/>
              <a:t/>
            </a:r>
            <a:endParaRPr lang="en-US" altLang="ko-KR" sz="1200" dirty="0"/>
          </a:p>
          <a:p>
            <a:pPr algn="ctr"/>
            <a:r>
              <a:rPr lang="ko-KR" altLang="en-US" sz="1200" dirty="0"/>
              <a:t/>
            </a:r>
            <a:r>
              <a:rPr lang="en-US" altLang="ko-KR" sz="1200" dirty="0"/>
              <a:t/>
            </a:r>
            <a:r>
              <a:rPr lang="en-US" altLang="ko-KR" sz="1200" b="1" dirty="0">
                <a:solidFill>
                  <a:srgbClr val="0000FF"/>
                </a:solidFill>
              </a:rPr>
              <a:t/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8BB11F-1B2E-F498-95D5-DB8C8A32D352}"/>
              </a:ext>
            </a:extLst>
          </p:cNvPr>
          <p:cNvSpPr txBox="1"/>
          <p:nvPr/>
        </p:nvSpPr>
        <p:spPr>
          <a:xfrm>
            <a:off x="4888209" y="2609112"/>
            <a:ext cx="78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2206</TotalTime>
  <Words>4272</Words>
  <Application>Microsoft Office PowerPoint</Application>
  <PresentationFormat>A4 용지(210x297mm)</PresentationFormat>
  <Paragraphs>1273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은혜 최</dc:creator>
  <cp:lastModifiedBy>Windows</cp:lastModifiedBy>
  <cp:revision>36</cp:revision>
  <cp:lastPrinted>2025-11-26T02:01:06Z</cp:lastPrinted>
  <dcterms:created xsi:type="dcterms:W3CDTF">2025-05-17T14:02:33Z</dcterms:created>
  <dcterms:modified xsi:type="dcterms:W3CDTF">2026-03-08T13:04:38Z</dcterms:modified>
</cp:coreProperties>
</file>