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7400" y="4597393"/>
            <a:ext cx="1584231" cy="83961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406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김진구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2899" y="6408913"/>
            <a:ext cx="347035" cy="3430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3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6 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6899" y="6408913"/>
            <a:ext cx="1080218" cy="3430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6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324,470 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60900" y="6408913"/>
            <a:ext cx="379496" cy="3430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2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599" y="546266"/>
            <a:ext cx="761982" cy="39826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91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김진구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5840" y="3489908"/>
            <a:ext cx="368137" cy="37987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2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6 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51490" y="3489908"/>
            <a:ext cx="1187576" cy="37987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83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324,470 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9680" y="3489908"/>
            <a:ext cx="407810" cy="37987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3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7869" y="3489908"/>
            <a:ext cx="496656" cy="37987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7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0 영역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70" y="5026137"/>
            <a:ext cx="69756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2억9,200만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6932" y="5026137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8,200만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584" y="5026137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7,000만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3283" y="5314350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2008" y="5026137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5565" y="5314350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3329" y="5961177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5267" y="5961177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1833" y="5961177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2021" y="5961177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9079" y="6249389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5079" y="6896217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7017" y="6896217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5565" y="6896217"/>
            <a:ext cx="24889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1억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8757" y="6896217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3,000만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67181" y="6896217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0575" y="7184429"/>
            <a:ext cx="32232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50만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5079" y="7831256"/>
            <a:ext cx="32232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10만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10708" y="7831256"/>
            <a:ext cx="24889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2만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8507" y="8478083"/>
            <a:ext cx="39575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7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100만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91061" y="7831256"/>
            <a:ext cx="509629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3,000만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09679" y="8478083"/>
            <a:ext cx="32232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30만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4980" y="7831256"/>
            <a:ext cx="32232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10만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1600" y="7831256"/>
            <a:ext cx="24889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5만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8671" y="8478083"/>
            <a:ext cx="24889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3만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0575" y="8766296"/>
            <a:ext cx="322320" cy="21069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80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30만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김진구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599" y="546266"/>
            <a:ext cx="761982" cy="39826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91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김진구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0949" y="4739686"/>
            <a:ext cx="44521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4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DB손보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18169" y="4739686"/>
            <a:ext cx="56706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20,380원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84949" y="4739686"/>
            <a:ext cx="5049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교보생명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2169" y="4739686"/>
            <a:ext cx="56706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80,070원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84949" y="4986373"/>
            <a:ext cx="5049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동양생명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2169" y="4986373"/>
            <a:ext cx="56706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70,800원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4949" y="5233060"/>
            <a:ext cx="5049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동양생명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2169" y="5233060"/>
            <a:ext cx="56706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47,064원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4949" y="5479747"/>
            <a:ext cx="5049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동양생명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2169" y="5479747"/>
            <a:ext cx="56706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31,625원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4949" y="5726434"/>
            <a:ext cx="50492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흥국화재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2169" y="5726434"/>
            <a:ext cx="56706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74,531원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107" y="6512600"/>
            <a:ext cx="551688" cy="22357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교보생명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4260" y="6526392"/>
            <a:ext cx="435292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80,070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107" y="6774096"/>
            <a:ext cx="551688" cy="22357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흥국화재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4260" y="6787887"/>
            <a:ext cx="435292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74,531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107" y="7035591"/>
            <a:ext cx="551688" cy="22357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동양생명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4260" y="7049382"/>
            <a:ext cx="435292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70,800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107" y="7297086"/>
            <a:ext cx="551688" cy="22357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동양생명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4260" y="7310877"/>
            <a:ext cx="435292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47,064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107" y="7558581"/>
            <a:ext cx="551688" cy="22357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동양생명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4260" y="7572373"/>
            <a:ext cx="435292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31,625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2443" y="7820076"/>
            <a:ext cx="492347" cy="22357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6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DB손보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4260" y="7833868"/>
            <a:ext cx="435292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19" b="0">
                <a:solidFill>
                  <a:srgbClr val="1456B0"/>
                </a:solidFill>
                <a:latin typeface="맑은 고딕"/>
                <a:ea typeface="맑은 고딕"/>
                <a:cs typeface="맑은 고딕"/>
              </a:rPr>
              <a:t>20,380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김진구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599" y="546266"/>
            <a:ext cx="761982" cy="39826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91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김진구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5824" y="2111788"/>
            <a:ext cx="333114" cy="2143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C878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24235" y="2456929"/>
            <a:ext cx="295001" cy="18861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2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680" y="2815914"/>
            <a:ext cx="278675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40" b="0">
                <a:solidFill>
                  <a:srgbClr val="E6C878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26594" y="2815914"/>
            <a:ext cx="278675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40" b="0">
                <a:solidFill>
                  <a:srgbClr val="2C415B"/>
                </a:solidFill>
                <a:latin typeface="맑은 고딕"/>
                <a:ea typeface="맑은 고딕"/>
                <a:cs typeface="맑은 고딕"/>
              </a:rPr>
              <a:t>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219" y="2999027"/>
            <a:ext cx="578804" cy="2327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6600" y="2999027"/>
            <a:ext cx="444698" cy="2327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2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800만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7675" y="3705388"/>
            <a:ext cx="672974" cy="2695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10" b="0">
                <a:solidFill>
                  <a:srgbClr val="9C7C32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8595" y="3705388"/>
            <a:ext cx="672974" cy="2695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10" b="0">
                <a:solidFill>
                  <a:srgbClr val="9C7C32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9515" y="3705388"/>
            <a:ext cx="672974" cy="2695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10" b="0">
                <a:solidFill>
                  <a:srgbClr val="9C7C32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0290" y="4414354"/>
            <a:ext cx="256982" cy="17023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90" b="0">
                <a:solidFill>
                  <a:srgbClr val="6B7686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김진구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599" y="546266"/>
            <a:ext cx="761982" cy="39826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91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김진구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7844" y="2331490"/>
            <a:ext cx="620078" cy="2411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1444" y="2331490"/>
            <a:ext cx="620078" cy="2411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5044" y="2331490"/>
            <a:ext cx="620078" cy="2411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8644" y="2331490"/>
            <a:ext cx="620078" cy="2411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2244" y="2331490"/>
            <a:ext cx="620078" cy="2411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844" y="3640391"/>
            <a:ext cx="620078" cy="2411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44" y="3640391"/>
            <a:ext cx="620078" cy="2411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5044" y="3640391"/>
            <a:ext cx="620078" cy="24113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8809" y="3628809"/>
            <a:ext cx="539749" cy="26330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67%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2409" y="3628809"/>
            <a:ext cx="539749" cy="26330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2706" y="5094446"/>
            <a:ext cx="297059" cy="1867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80" b="0">
                <a:solidFill>
                  <a:srgbClr val="6B7686"/>
                </a:solidFill>
                <a:latin typeface="맑은 고딕"/>
                <a:ea typeface="맑은 고딕"/>
                <a:cs typeface="맑은 고딕"/>
              </a:rPr>
              <a:t>40대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5689" y="5750662"/>
            <a:ext cx="65127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2억1,810만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4618" y="5750662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4596" y="5750662"/>
            <a:ext cx="400331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862" y="6018099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4618" y="6018099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4596" y="6018099"/>
            <a:ext cx="400331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1862" y="6285536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4618" y="6285536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4596" y="6285536"/>
            <a:ext cx="400331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81862" y="6552973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6개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4618" y="6552973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4596" y="6552973"/>
            <a:ext cx="400331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64660" y="6820410"/>
            <a:ext cx="47332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6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5,200만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7416" y="6820410"/>
            <a:ext cx="47332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6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4596" y="6820410"/>
            <a:ext cx="400331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75689" y="7087847"/>
            <a:ext cx="65127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4억3,310만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8445" y="7087847"/>
            <a:ext cx="65127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1억5,000만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4596" y="7087847"/>
            <a:ext cx="400331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81862" y="7355284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4618" y="7355284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4596" y="7355284"/>
            <a:ext cx="400331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64660" y="7622721"/>
            <a:ext cx="47332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6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5,200만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7416" y="7622721"/>
            <a:ext cx="473320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69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3,000만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4596" y="7622721"/>
            <a:ext cx="400331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81862" y="7890158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4618" y="7890158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1334" y="7890158"/>
            <a:ext cx="326858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9C7C32"/>
                </a:solidFill>
                <a:latin typeface="맑은 고딕"/>
                <a:ea typeface="맑은 고딕"/>
                <a:cs typeface="맑은 고딕"/>
              </a:rPr>
              <a:t>67%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81862" y="8157595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4618" y="8157595"/>
            <a:ext cx="238909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3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1334" y="8157595"/>
            <a:ext cx="326858" cy="205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9C7C32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56758" y="8816570"/>
            <a:ext cx="280092" cy="1867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5C5340"/>
                </a:solidFill>
                <a:latin typeface="맑은 고딕"/>
                <a:ea typeface="맑은 고딕"/>
                <a:cs typeface="맑은 고딕"/>
              </a:rPr>
              <a:t>40대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26953" y="8978495"/>
            <a:ext cx="280092" cy="1867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9" b="0">
                <a:solidFill>
                  <a:srgbClr val="5C5340"/>
                </a:solidFill>
                <a:latin typeface="맑은 고딕"/>
                <a:ea typeface="맑은 고딕"/>
                <a:cs typeface="맑은 고딕"/>
              </a:rPr>
              <a:t>40대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김진구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6252" y="2390546"/>
            <a:ext cx="273679" cy="17023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4777" y="6267163"/>
            <a:ext cx="354993" cy="2401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9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6047" y="7585645"/>
            <a:ext cx="554278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80,070원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김진구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599" y="546266"/>
            <a:ext cx="761982" cy="39826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91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김진구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0846" y="2716790"/>
            <a:ext cx="371673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80147" y="2716790"/>
            <a:ext cx="371673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0846" y="3224598"/>
            <a:ext cx="371673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80147" y="3224598"/>
            <a:ext cx="371673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04846" y="2716790"/>
            <a:ext cx="371673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44147" y="2716790"/>
            <a:ext cx="371673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9620" y="3020500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4497" y="3324210"/>
            <a:ext cx="371673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60497" y="3732406"/>
            <a:ext cx="371673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0011" y="3819318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0011" y="4110328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0011" y="4401338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0011" y="4692348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0011" y="4983358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0011" y="5274368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0011" y="5756776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0011" y="6047786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0011" y="6338796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6011" y="4227513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6011" y="4518523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6011" y="4809533"/>
            <a:ext cx="416559" cy="151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664" y="5627002"/>
            <a:ext cx="296740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60" b="0">
                <a:solidFill>
                  <a:srgbClr val="1F5FA8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56792" y="6251383"/>
            <a:ext cx="345555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70" b="0">
                <a:solidFill>
                  <a:srgbClr val="1F5FA8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87664" y="7156264"/>
            <a:ext cx="296740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6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3188" y="7444264"/>
            <a:ext cx="245695" cy="1518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60" b="0">
                <a:solidFill>
                  <a:srgbClr val="8E2B2B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4394" y="7492970"/>
            <a:ext cx="284117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7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2654" y="7780646"/>
            <a:ext cx="345555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70" b="0">
                <a:solidFill>
                  <a:srgbClr val="C0444C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김진구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37327" y="2259508"/>
            <a:ext cx="484670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5423" y="2612308"/>
            <a:ext cx="416559" cy="1959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46127" y="2259508"/>
            <a:ext cx="484670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46127" y="2612308"/>
            <a:ext cx="484670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5423" y="2965108"/>
            <a:ext cx="416559" cy="1959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6127" y="2965108"/>
            <a:ext cx="484670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7327" y="3317908"/>
            <a:ext cx="484670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1,600만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6127" y="3317908"/>
            <a:ext cx="484670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7327" y="3670708"/>
            <a:ext cx="484670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6127" y="3670708"/>
            <a:ext cx="484670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7327" y="4023508"/>
            <a:ext cx="484670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6127" y="4023508"/>
            <a:ext cx="484670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6127" y="4376308"/>
            <a:ext cx="484670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629" y="5016837"/>
            <a:ext cx="376428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4839" y="5021136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629" y="6053786"/>
            <a:ext cx="376428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2430" y="5916688"/>
            <a:ext cx="376427" cy="19598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3639" y="5920987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3639" y="6957936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3639" y="7994885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4839" y="7095033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4839" y="6058085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4839" y="8131982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36839" y="9496486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0139" y="9496486"/>
            <a:ext cx="416559" cy="20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김진구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59345" y="1953227"/>
            <a:ext cx="287926" cy="19229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6B7686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6567" y="2217740"/>
            <a:ext cx="446981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8,200만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15333" y="2217740"/>
            <a:ext cx="347013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3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700만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6994" y="24157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4818" y="2408688"/>
            <a:ext cx="278675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40" b="0">
                <a:solidFill>
                  <a:srgbClr val="2B3A52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5333" y="2415740"/>
            <a:ext cx="347013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3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110만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348" y="2613740"/>
            <a:ext cx="606201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8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2억9,200만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5794" y="26137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4818" y="2804688"/>
            <a:ext cx="278675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40" b="0">
                <a:solidFill>
                  <a:srgbClr val="2B3A52"/>
                </a:solidFill>
                <a:latin typeface="맑은 고딕"/>
                <a:ea typeface="맑은 고딕"/>
                <a:cs typeface="맑은 고딕"/>
              </a:rPr>
              <a:t>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5333" y="2811740"/>
            <a:ext cx="347013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3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5180" y="3586999"/>
            <a:ext cx="381087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5350" y="3586999"/>
            <a:ext cx="381087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180" y="3748779"/>
            <a:ext cx="381087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1,600만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5350" y="3748779"/>
            <a:ext cx="381087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5180" y="4104002"/>
            <a:ext cx="381087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5350" y="4104002"/>
            <a:ext cx="381087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5180" y="4265782"/>
            <a:ext cx="381087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5350" y="4265782"/>
            <a:ext cx="381087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5180" y="4621006"/>
            <a:ext cx="381087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9877" y="4621006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5180" y="4782786"/>
            <a:ext cx="381087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9877" y="4782786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9707" y="4944566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89877" y="4944566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5180" y="5106346"/>
            <a:ext cx="381087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8752" y="3675888"/>
            <a:ext cx="283596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3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30만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5333" y="3873888"/>
            <a:ext cx="347013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3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100만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8752" y="4071888"/>
            <a:ext cx="283596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3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20만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5794" y="4269888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5794" y="4467888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8752" y="4665888"/>
            <a:ext cx="283596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3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30만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42171" y="4863888"/>
            <a:ext cx="220179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9707" y="6044918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9707" y="6206698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85180" y="6368478"/>
            <a:ext cx="381087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89877" y="6044918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25350" y="6206698"/>
            <a:ext cx="381087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7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1,000만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89877" y="6368478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49707" y="6530258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20679" y="6885482"/>
            <a:ext cx="245592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50만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49707" y="7047262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20679" y="7209042"/>
            <a:ext cx="245592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20679" y="7370822"/>
            <a:ext cx="245592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89877" y="6885482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89877" y="7047262"/>
            <a:ext cx="416559" cy="155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45794" y="5728037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2171" y="5926037"/>
            <a:ext cx="220179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45794" y="6124037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45794" y="6322037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45794" y="6520037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78752" y="6718037"/>
            <a:ext cx="283596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3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10만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45794" y="6916037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60849" y="7209042"/>
            <a:ext cx="245592" cy="15552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79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50만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81794" y="8652959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81794" y="8850959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15367" y="8652959"/>
            <a:ext cx="446981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8,200만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45794" y="8850959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김진구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1367" y="2311340"/>
            <a:ext cx="446981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3,000만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1333" y="2509340"/>
            <a:ext cx="347013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3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500만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8171" y="2707340"/>
            <a:ext cx="220179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4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1억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5367" y="2311340"/>
            <a:ext cx="446981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2,000만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8752" y="2509340"/>
            <a:ext cx="283596" cy="1812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3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30만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5794" y="2707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794" y="2905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794" y="5084031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5794" y="5084031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794" y="5282031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5794" y="5282031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5794" y="5480031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8034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김진구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81794" y="2311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45794" y="2311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81794" y="2509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5794" y="2509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81794" y="2707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5794" y="2707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794" y="2905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5794" y="2905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794" y="3103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5794" y="3103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794" y="3301340"/>
            <a:ext cx="416559" cy="181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850" b="0">
                <a:solidFill>
                  <a:srgbClr val="0B234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1739" y="4388619"/>
            <a:ext cx="210810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1739" y="4628485"/>
            <a:ext cx="210810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9962" y="4868352"/>
            <a:ext cx="214366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10" b="0">
                <a:solidFill>
                  <a:srgbClr val="1F7A4D"/>
                </a:solidFill>
                <a:latin typeface="맑은 고딕"/>
                <a:ea typeface="맑은 고딕"/>
                <a:cs typeface="맑은 고딕"/>
              </a:rPr>
              <a:t>2개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1739" y="5108219"/>
            <a:ext cx="210810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1739" y="5348085"/>
            <a:ext cx="210810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1개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9849" y="5587952"/>
            <a:ext cx="210810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5개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69849" y="5827818"/>
            <a:ext cx="210810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2개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9849" y="6547418"/>
            <a:ext cx="210810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90" b="0">
                <a:solidFill>
                  <a:srgbClr val="1C2430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1646" y="10414447"/>
            <a:ext cx="341358" cy="1775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800" b="0">
                <a:solidFill>
                  <a:srgbClr val="9FB0C6"/>
                </a:solidFill>
                <a:latin typeface="맑은 고딕"/>
                <a:ea typeface="맑은 고딕"/>
                <a:cs typeface="맑은 고딕"/>
              </a:rPr>
              <a:t>김진구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