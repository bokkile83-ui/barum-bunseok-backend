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/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/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/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/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/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/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/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하재열 님의 보장</a:t>
            </a:r>
            <a:r>
              <a:rPr lang="en-US" altLang="ko-KR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(전)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/>
          <p:nvPr/>
        </p:nvSpPr>
        <p:spPr>
          <a:xfrm>
            <a:off x="4103592" y="251326"/>
            <a:ext cx="3150883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2026년 07월 13일 기준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/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/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/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/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/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/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뇌혈관
900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/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err="1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뇌졸증
3,500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/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뇌출혈
2,000</a:t>
            </a:r>
            <a:r>
              <a:rPr lang="ko-KR" altLang="en-US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+8,000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/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/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/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 : 900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/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급성심근
2,000</a:t>
            </a:r>
            <a:r>
              <a:rPr lang="ko-KR" altLang="en-US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+9,000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/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/>
          <p:nvPr/>
        </p:nvSpPr>
        <p:spPr>
          <a:xfrm>
            <a:off x="241345" y="4832054"/>
            <a:ext cx="344823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상급병원암주요치료비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상급병원하이클래스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/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/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가입일:</a:t>
            </a:r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___________)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/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/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/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/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/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/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/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/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/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/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/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/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/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MEMO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/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/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/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/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/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10,000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/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MRI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/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40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35,000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5,000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20,000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/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41,000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61,000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/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76,000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/>
          <p:nvPr/>
        </p:nvSpPr>
        <p:spPr>
          <a:xfrm>
            <a:off x="162211" y="3342373"/>
            <a:ext cx="3155500" cy="156966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8,000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+6,000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3,500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통합전이암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중입자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150 / </a:t>
            </a:r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전이암항암치료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/>
          <p:nvPr/>
        </p:nvSpPr>
        <p:spPr>
          <a:xfrm>
            <a:off x="109959" y="5649932"/>
            <a:ext cx="162174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/      /      /      / 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/>
          <p:nvPr/>
        </p:nvSpPr>
        <p:spPr>
          <a:xfrm>
            <a:off x="1729621" y="5691134"/>
            <a:ext cx="1621742" cy="17927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/      /      /      / 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/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</p:txBody>
      </p:sp>
      <p:sp>
        <p:nvSpPr>
          <p:cNvPr id="93" name="TextBox 심장4종"/>
          <p:cNvSpPr txBox="1"/>
          <p:nvPr/>
        </p:nvSpPr>
        <p:spPr>
          <a:xfrm>
            <a:off x="3977639" y="1435608"/>
            <a:ext cx="2523744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/>
            </a:r>
            <a:r>
              <a:rPr sz="1100"/>
              <a:t/>
            </a:r>
          </a:p>
          <a:p>
            <a:r>
              <a:rPr sz="1100"/>
              <a:t/>
            </a:r>
            <a:r>
              <a:rPr sz="110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282</Words>
  <Application>Microsoft Office PowerPoint</Application>
  <PresentationFormat>A4 용지(210x297mm)</PresentationFormat>
  <Paragraphs>108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15</cp:revision>
  <cp:lastPrinted>2026-01-06T12:38:35Z</cp:lastPrinted>
  <dcterms:created xsi:type="dcterms:W3CDTF">2025-05-17T14:02:33Z</dcterms:created>
  <dcterms:modified xsi:type="dcterms:W3CDTF">2026-01-24T11:19:54Z</dcterms:modified>
</cp:coreProperties>
</file>