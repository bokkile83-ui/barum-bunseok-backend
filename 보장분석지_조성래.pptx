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10018713" cy="144478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616" y="-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739961" y="272790"/>
            <a:ext cx="1942469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조성래 님의 보장</a:t>
            </a:r>
            <a:r>
              <a:rPr lang="en-US" altLang="ko-KR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(전)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>
            <a:off x="234901" y="677039"/>
            <a:ext cx="319409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2D532ED-E95F-94E8-8C85-6D4111CEDF8A}"/>
              </a:ext>
            </a:extLst>
          </p:cNvPr>
          <p:cNvCxnSpPr>
            <a:cxnSpLocks/>
          </p:cNvCxnSpPr>
          <p:nvPr/>
        </p:nvCxnSpPr>
        <p:spPr>
          <a:xfrm>
            <a:off x="4524956" y="635963"/>
            <a:ext cx="390466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9A57C97-149A-972A-B505-B2CE118081A4}"/>
              </a:ext>
            </a:extLst>
          </p:cNvPr>
          <p:cNvCxnSpPr>
            <a:cxnSpLocks/>
          </p:cNvCxnSpPr>
          <p:nvPr/>
        </p:nvCxnSpPr>
        <p:spPr>
          <a:xfrm>
            <a:off x="5231847" y="630456"/>
            <a:ext cx="37699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BC59FDC4-C311-2A38-3362-6B5F4C84FE23}"/>
              </a:ext>
            </a:extLst>
          </p:cNvPr>
          <p:cNvCxnSpPr>
            <a:cxnSpLocks/>
          </p:cNvCxnSpPr>
          <p:nvPr/>
        </p:nvCxnSpPr>
        <p:spPr>
          <a:xfrm>
            <a:off x="3841883" y="630456"/>
            <a:ext cx="410599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4103592" y="251326"/>
            <a:ext cx="3150883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2026년 07월 03일 기준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5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</a:t>
            </a:r>
            <a:r>
              <a:rPr lang="ko-KR" altLang="en-US" sz="11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인해주세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6" y="1997428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6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뇌혈관
1,600</a:t>
            </a:r>
            <a:r>
              <a:rPr lang="ko-KR" altLang="en-US" sz="6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+700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37599" y="1986061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뇌졸증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뇌출혈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1,100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1,000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+300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47952" y="2406052"/>
            <a:ext cx="788636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62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급성심근
2,000</a:t>
            </a:r>
            <a:r>
              <a:rPr lang="ko-KR" altLang="en-US" sz="62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+1,000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1,100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41345" y="4832054"/>
            <a:ext cx="3448234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상급병원암주요치료비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상급병원하이클래스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 3세대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가입일:</a:t>
            </a:r>
            <a:r>
              <a:rPr lang="en-US" altLang="ko-KR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2022.09.17)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171931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10,000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2520000" cy="101566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25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</a:t>
            </a:r>
          </a:p>
          <a:p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MRI : 305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350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250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2520000" cy="138499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60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2520000" cy="115416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500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12,200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200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+200</a:t>
            </a:r>
          </a:p>
          <a:p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2520000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20,000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5,000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3,000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26,000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+11,400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155500" cy="156966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암진단비 </a:t>
            </a:r>
            <a:r>
              <a:rPr lang="en-US" altLang="ko-KR" sz="101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7,600</a:t>
            </a:r>
          </a:p>
          <a:p>
            <a:r>
              <a:rPr lang="ko-KR" altLang="en-US" sz="1019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1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420</a:t>
            </a:r>
          </a:p>
          <a:p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19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19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5,000</a:t>
            </a:r>
          </a:p>
          <a:p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01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2,500 / </a:t>
            </a:r>
            <a:r>
              <a:rPr lang="ko-KR" altLang="en-US" sz="1019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01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10,000 / </a:t>
            </a:r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01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2,000</a:t>
            </a:r>
            <a:r>
              <a:rPr lang="en-US" altLang="ko-KR" sz="101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2,000/2,000</a:t>
            </a:r>
          </a:p>
          <a:p>
            <a:r>
              <a:rPr lang="ko-KR" altLang="en-US" sz="1019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19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019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109959" y="5649932"/>
            <a:ext cx="162174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40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79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(10/50/100/500/1100)</a:t>
            </a:r>
            <a:r>
              <a:rPr lang="en-US" altLang="ko-KR" sz="79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500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+500</a:t>
            </a:r>
          </a:p>
          <a:p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29621" y="5691134"/>
            <a:ext cx="1621742" cy="17927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350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+100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79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(20/60/150/600/1000)</a:t>
            </a:r>
            <a:r>
              <a:rPr lang="en-US" altLang="ko-KR" sz="79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90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80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3197963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+20 / 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  <a:r>
              <a:rPr lang="ko-KR" altLang="en-US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+30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100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400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7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협심증/심부전/염증/빈맥 </a:t>
            </a:r>
            <a:r>
              <a:rPr sz="1100"/>
              <a:t>700</a:t>
            </a:r>
          </a:p>
          <a:p>
            <a:r>
              <a:rPr sz="1100"/>
              <a:t>부정맥 </a:t>
            </a:r>
            <a:r>
              <a:rPr sz="1100"/>
              <a:t>1,200</a:t>
            </a: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</TotalTime>
  <Words>282</Words>
  <Application>Microsoft Office PowerPoint</Application>
  <PresentationFormat>A4 용지(210x297mm)</PresentationFormat>
  <Paragraphs>108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Windows</cp:lastModifiedBy>
  <cp:revision>15</cp:revision>
  <cp:lastPrinted>2026-01-06T12:38:35Z</cp:lastPrinted>
  <dcterms:created xsi:type="dcterms:W3CDTF">2025-05-17T14:02:33Z</dcterms:created>
  <dcterms:modified xsi:type="dcterms:W3CDTF">2026-01-24T11:19:54Z</dcterms:modified>
</cp:coreProperties>
</file>