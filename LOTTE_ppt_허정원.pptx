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허정원 님의 보장</a:t>
            </a:r>
            <a:r>
              <a:rPr lang="en-US" altLang="ko-KR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(전)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3150883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2026년 07월 13일 기준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err="1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뇌졸증
1,000</a:t>
            </a:r>
            <a:r>
              <a:rPr lang="ko-KR" altLang="en-US" sz="900" dirty="0" err="1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+1,000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뇌출혈
3,000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9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급성심근
4,000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 2세대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가입일:</a:t>
            </a:r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2010.09.13)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25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25,000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28,000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30,000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14,000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28,000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+7,000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1,200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300 / </a:t>
            </a:r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/      /      /      /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/      /      /      /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  <p:sp>
        <p:nvSpPr>
          <p:cNvPr id="93" name="TextBox 심장4종"/>
          <p:cNvSpPr txBox="1"/>
          <p:nvPr/>
        </p:nvSpPr>
        <p:spPr>
          <a:xfrm>
            <a:off x="3977639" y="1435608"/>
            <a:ext cx="2523744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/>
            </a:r>
            <a:r>
              <a:rPr sz="1100"/>
              <a:t/>
            </a:r>
          </a:p>
          <a:p>
            <a:r>
              <a:rPr sz="1100"/>
              <a:t/>
            </a:r>
            <a:r>
              <a:rPr sz="110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