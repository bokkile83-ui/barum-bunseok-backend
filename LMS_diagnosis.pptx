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7400" y="4597393"/>
            <a:ext cx="1584231" cy="83961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406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2899" y="6408913"/>
            <a:ext cx="478515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14 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6899" y="6408913"/>
            <a:ext cx="1287480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8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4,543,790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0900" y="6408913"/>
            <a:ext cx="446933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5840" y="3664609"/>
            <a:ext cx="515087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14 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9680" y="3664609"/>
            <a:ext cx="490230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7869" y="3664609"/>
            <a:ext cx="496656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7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2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70" y="5375539"/>
            <a:ext cx="7709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19억6,226만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0360" y="5375539"/>
            <a:ext cx="583681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19억26만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8319" y="5375539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2779" y="5663752"/>
            <a:ext cx="7709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10억7,050만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329" y="6310579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4839" y="6957406"/>
            <a:ext cx="13757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(20/50/100/500/1000)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5565" y="6957406"/>
            <a:ext cx="69756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1억3,000만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7280" y="7892446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9481" y="7892446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507" y="8539273"/>
            <a:ext cx="39575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7418" y="6957406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5842" y="6957406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333" y="7245618"/>
            <a:ext cx="39575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300만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70" y="7892446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1833" y="6310579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507" y="7245618"/>
            <a:ext cx="39575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350만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9079" y="7892446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9679" y="8539273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575" y="8827485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37721" y="2524115"/>
            <a:ext cx="318890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7721" y="2780265"/>
            <a:ext cx="248407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949" y="4739686"/>
            <a:ext cx="61592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라이나생명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8169" y="4739686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81,500원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4949" y="4739686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한화생명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608" y="4739686"/>
            <a:ext cx="7486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1,970,000원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4949" y="5161060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한화생명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992" y="5161060"/>
            <a:ext cx="63824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300,000원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4949" y="5407747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한화생명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608" y="5407747"/>
            <a:ext cx="7486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1,615,000원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4949" y="5654434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한화생명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943" y="5654434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한화생명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608" y="5654434"/>
            <a:ext cx="7486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1,940,026원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949" y="5901121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한화생명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5943" y="5901121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한화생명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608" y="5901121"/>
            <a:ext cx="7486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1,275,000원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4949" y="6147808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삼성생명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992" y="6147808"/>
            <a:ext cx="63824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520,480원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4949" y="6394495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삼성생명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2169" y="6394495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41,800원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4949" y="6641182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삼성생명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992" y="6641182"/>
            <a:ext cx="63824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139,800원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4949" y="6887869"/>
            <a:ext cx="679983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NH농협생명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992" y="6887869"/>
            <a:ext cx="63824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510,000원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4949" y="7134556"/>
            <a:ext cx="837906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메트라이프생명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608" y="7134556"/>
            <a:ext cx="7486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1,000,000원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4949" y="7381243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현대해상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2169" y="7381243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41,810원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4949" y="7627930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현대해상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2169" y="7627930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10,000원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4949" y="7874617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현대해상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2169" y="7874617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51,500원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824" y="2111788"/>
            <a:ext cx="333114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C878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4235" y="2456929"/>
            <a:ext cx="295001" cy="18861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680" y="2815914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E6C878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6594" y="2815914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2C415B"/>
                </a:solidFill>
                <a:latin typeface="맑은 고딕"/>
                <a:ea typeface="맑은 고딕"/>
                <a:cs typeface="맑은 고딕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219" y="2999027"/>
            <a:ext cx="578804" cy="2327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6600" y="2999027"/>
            <a:ext cx="578804" cy="2327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675" y="3705388"/>
            <a:ext cx="672974" cy="2695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1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595" y="3705388"/>
            <a:ext cx="672974" cy="2695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1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9515" y="3705388"/>
            <a:ext cx="672974" cy="2695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1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8009" y="2319908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5209" y="2319908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6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2409" y="2319908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844" y="3640391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44" y="3640391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5044" y="3640391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8809" y="3628809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001" y="3628809"/>
            <a:ext cx="400567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2706" y="5094446"/>
            <a:ext cx="297059" cy="1867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80" b="0">
                <a:solidFill>
                  <a:srgbClr val="6B7686"/>
                </a:solidFill>
                <a:latin typeface="맑은 고딕"/>
                <a:ea typeface="맑은 고딕"/>
                <a:cs typeface="맑은 고딕"/>
              </a:rPr>
              <a:t>40대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7362" y="5750662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1506" y="5750662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4917" y="5750662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4564" y="6018099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1506" y="6018099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8180" y="6018099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564" y="6285536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1506" y="6285536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917" y="6285536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4564" y="6552973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1506" y="6552973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8180" y="6552973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7362" y="6820410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4304" y="6820410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4917" y="6820410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4913" y="7087847"/>
            <a:ext cx="718227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60억9,052만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5333" y="7087847"/>
            <a:ext cx="65127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1억5,000만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8180" y="7087847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4564" y="7355284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41506" y="7355284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8180" y="7355284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7362" y="7622721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4304" y="7622721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8180" y="7622721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4564" y="7890158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1506" y="7890158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4917" y="7890158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94564" y="8157595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0개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1506" y="8157595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1655" y="8157595"/>
            <a:ext cx="253386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6758" y="8816570"/>
            <a:ext cx="280092" cy="1867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5C5340"/>
                </a:solidFill>
                <a:latin typeface="맑은 고딕"/>
                <a:ea typeface="맑은 고딕"/>
                <a:cs typeface="맑은 고딕"/>
              </a:rPr>
              <a:t>40대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6953" y="8978495"/>
            <a:ext cx="280092" cy="1867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5C5340"/>
                </a:solidFill>
                <a:latin typeface="맑은 고딕"/>
                <a:ea typeface="맑은 고딕"/>
                <a:cs typeface="맑은 고딕"/>
              </a:rPr>
              <a:t>40대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5769" y="2363922"/>
            <a:ext cx="256982" cy="17023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2732" y="3382572"/>
            <a:ext cx="256982" cy="17023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1477" y="3865151"/>
            <a:ext cx="402581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350만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8578" y="3865151"/>
            <a:ext cx="402581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300만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5970" y="2716790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0147" y="27167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6361" y="321189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0537" y="3211898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011" y="417671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6011" y="446772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6011" y="475873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4846" y="27167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4147" y="27167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011" y="3020500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0011" y="3311510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011" y="379391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011" y="408492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011" y="437593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0011" y="466694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011" y="495795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0011" y="524896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0011" y="573137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0011" y="602238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0011" y="631339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6011" y="369430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664" y="5576202"/>
            <a:ext cx="296740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1F5FA8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6792" y="6200583"/>
            <a:ext cx="345555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F5FA8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7664" y="7130864"/>
            <a:ext cx="296740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654" y="7755246"/>
            <a:ext cx="345555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430" y="2197841"/>
            <a:ext cx="376428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5423" y="2259508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5423" y="2612308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5423" y="2965108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5423" y="3317908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423" y="3670708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2977" y="410185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629" y="6210486"/>
            <a:ext cx="376428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6127" y="26123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1777" y="304345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1777" y="355295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39" y="6214785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2430" y="6244228"/>
            <a:ext cx="376427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3639" y="6248526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3639" y="7285475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3639" y="8322424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4839" y="7251733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4839" y="5177836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6127" y="22595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629" y="5173537"/>
            <a:ext cx="376428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4839" y="8288682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6839" y="9686928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0139" y="9686928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9345" y="1953227"/>
            <a:ext cx="287926" cy="19229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686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7314" y="2217740"/>
            <a:ext cx="50623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19억26만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5367" y="2217740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7,700만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6567" y="2415740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4818" y="2408688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2B3A52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2729" y="2415740"/>
            <a:ext cx="669618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10억6,050만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3929" y="2613740"/>
            <a:ext cx="669618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19억6,226만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5794" y="26137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4818" y="2804688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2B3A52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2729" y="2811740"/>
            <a:ext cx="669618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10억7,050만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9707" y="3586999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9877" y="3586999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9707" y="3748779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5350" y="3748779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9707" y="410400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9877" y="410400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9707" y="426578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9707" y="442756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5350" y="4265782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9707" y="478278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9877" y="478278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9707" y="494456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9877" y="494456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9707" y="510634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9877" y="510634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8752" y="3675888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5333" y="3873888"/>
            <a:ext cx="34701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300만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5794" y="4071888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5794" y="4269888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5794" y="4467888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5180" y="5268126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8752" y="4665888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5794" y="4863888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2171" y="5728037"/>
            <a:ext cx="220179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2171" y="5926037"/>
            <a:ext cx="220179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5794" y="6124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2171" y="6322037"/>
            <a:ext cx="220179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9707" y="620669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257" y="6206698"/>
            <a:ext cx="298184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300만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9707" y="636847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89877" y="636847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9707" y="653025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9877" y="653025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5794" y="6520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9707" y="669203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89877" y="669203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9707" y="685381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5794" y="6718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5794" y="6916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9707" y="720904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257" y="7209042"/>
            <a:ext cx="298184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300만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49707" y="737082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89877" y="737082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49707" y="753260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20679" y="7694382"/>
            <a:ext cx="245592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40만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68087" y="7856162"/>
            <a:ext cx="298184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200만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89877" y="753260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257" y="7694382"/>
            <a:ext cx="298184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350만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81794" y="9138299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81794" y="9336299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6114" y="9138299"/>
            <a:ext cx="50623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19억26만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5794" y="9336299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1367" y="2311340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1333" y="2509340"/>
            <a:ext cx="34701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8752" y="2509340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2148" y="2707340"/>
            <a:ext cx="60620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1억3,000만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5367" y="2311340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5794" y="2707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794" y="2905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794" y="5084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5794" y="5084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794" y="5282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5794" y="5282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5794" y="5480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1794" y="2311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45794" y="2311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1794" y="2509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5794" y="2509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794" y="2707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5794" y="2707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794" y="2905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5794" y="2905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794" y="3103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5794" y="3103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794" y="3301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739" y="4388619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1739" y="4628485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9962" y="4868352"/>
            <a:ext cx="214366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1739" y="5108219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1739" y="5348085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9849" y="5587952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9849" y="5827818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9849" y="6547418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646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이명순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