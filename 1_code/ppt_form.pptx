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님의 보장</a:t>
            </a:r>
            <a:r>
              <a:rPr lang="en-US" altLang="ko-KR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(    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일 기준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65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급성심근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 </a:t>
            </a:r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___________)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협심증/심부전/염증 </a:t>
            </a:r>
            <a:r>
              <a:rPr sz="1100"/>
              <a:t/>
            </a:r>
          </a:p>
          <a:p>
            <a:r>
              <a:rPr sz="1100"/>
              <a:t>부정맥 </a:t>
            </a:r>
            <a:r>
              <a:rPr sz="110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