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031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E6C879"/>
                </a:solidFill>
                <a:latin typeface="맑은 고딕"/>
              </a:rPr>
              <a:t>두*호 님 보장분석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FB0C8"/>
                </a:solidFill>
                <a:latin typeface="맑은 고딕"/>
              </a:rPr>
              <a:t>BARUM 최은혜 지점장 · 미래를 바르게 설계합니다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C879"/>
                </a:solidFill>
                <a:latin typeface="맑은 고딕"/>
              </a:rPr>
              <a:t>두*호 보장현황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14A"/>
                </a:solidFill>
                <a:latin typeface="맑은 고딕"/>
              </a:rPr>
              <a:t>■ 사망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일반사망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828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8,900만원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128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질병사망(80세)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2128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16,000만원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9689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상해사망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59689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113,999만원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14A"/>
                </a:solidFill>
                <a:latin typeface="맑은 고딕"/>
              </a:rPr>
              <a:t>■ 후유장애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828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상해후유3%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1828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2,100만원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2128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질병후유3%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22128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1,000만원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C879"/>
                </a:solidFill>
                <a:latin typeface="맑은 고딕"/>
              </a:rPr>
              <a:t>두*호 보장현황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14A"/>
                </a:solidFill>
                <a:latin typeface="맑은 고딕"/>
              </a:rPr>
              <a:t>■ 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고액암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828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5,000만원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128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일반암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2128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5,000만원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9689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특정암(전립선,방광암)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59689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4,300만원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8094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유사암(갑.기.경.제)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98094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14,710만원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64991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표적항암치료비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364991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9,000만원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49039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양성자치료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749039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3,000만원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33087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세기조절치료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133087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2,000만원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1713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암수술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51713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300만원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01183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암주요치료비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901183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14,100만원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285231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암일당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285231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5만원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669279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항암방사선약물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669279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11,000만원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14A"/>
                </a:solidFill>
                <a:latin typeface="맑은 고딕"/>
              </a:rPr>
              <a:t>■ 뇌혈관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1828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뇌혈관진단비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1828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2,501만원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22128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뇌출혈진단비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22128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8,700만원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C879"/>
                </a:solidFill>
                <a:latin typeface="맑은 고딕"/>
              </a:rPr>
              <a:t>두*호 보장현황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14A"/>
                </a:solidFill>
                <a:latin typeface="맑은 고딕"/>
              </a:rPr>
              <a:t>■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허혈성진단비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828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1만원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128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부정맥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2128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700만원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9689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급성심근경색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59689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8,000만원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14A"/>
                </a:solidFill>
                <a:latin typeface="맑은 고딕"/>
              </a:rPr>
              <a:t>■ 일당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828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질병일당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1828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23만원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2128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상해일당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22128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20만원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59689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1인실 종합병원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259689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40만원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98094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간병인사용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298094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1,026만원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3364991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상해중환자실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3364991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26만원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C879"/>
                </a:solidFill>
                <a:latin typeface="맑은 고딕"/>
              </a:rPr>
              <a:t>두*호 보장현황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14A"/>
                </a:solidFill>
                <a:latin typeface="맑은 고딕"/>
              </a:rPr>
              <a:t>■ 수술비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상해수술비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828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850만원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128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창상봉합술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2128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200만원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9689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골절수술비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59689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70만원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8094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5대골절수술비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98094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150만원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64991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화상수술비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364991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80만원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49039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질병수술비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749039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2,040만원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14A"/>
                </a:solidFill>
                <a:latin typeface="맑은 고딕"/>
              </a:rPr>
              <a:t>■ 골절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828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골절(치아파절제외)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1828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200만원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2128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5대골절진단비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22128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230만원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C879"/>
                </a:solidFill>
                <a:latin typeface="맑은 고딕"/>
              </a:rPr>
              <a:t>두*호 보장현황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14A"/>
                </a:solidFill>
                <a:latin typeface="맑은 고딕"/>
              </a:rPr>
              <a:t>■ 응급실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응급실(응급)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828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213만원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59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14A"/>
                </a:solidFill>
                <a:latin typeface="맑은 고딕"/>
              </a:rPr>
              <a:t>■ 치아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59" y="1828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임플란트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1828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100만원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C879"/>
                </a:solidFill>
                <a:latin typeface="맑은 고딕"/>
              </a:rPr>
              <a:t>두*호 보장현황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14A"/>
                </a:solidFill>
                <a:latin typeface="맑은 고딕"/>
              </a:rPr>
              <a:t>■ 화상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진단비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828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3,045만원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128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중증화상진단비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2128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1,000만원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59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14A"/>
                </a:solidFill>
                <a:latin typeface="맑은 고딕"/>
              </a:rPr>
              <a:t>■ 자동차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59" y="1828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대물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1828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500만원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22128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변호사비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22128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5,000만원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C879"/>
                </a:solidFill>
                <a:latin typeface="맑은 고딕"/>
              </a:rPr>
              <a:t>두*호 보장현황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14A"/>
                </a:solidFill>
                <a:latin typeface="맑은 고딕"/>
              </a:rPr>
              <a:t>■ 깁스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깁스진단비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828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80만원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59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14A"/>
                </a:solidFill>
                <a:latin typeface="맑은 고딕"/>
              </a:rPr>
              <a:t>■ 실손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59" y="1828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입원실손의료비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1828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5,000만원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59" y="22128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통원실손의료비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22128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30만원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259689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AF0F8"/>
                </a:solidFill>
                <a:latin typeface="맑은 고딕"/>
              </a:rPr>
              <a:t>MRI/도수/비급여주사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259689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E6C879"/>
                </a:solidFill>
                <a:latin typeface="맑은 고딕"/>
              </a:rPr>
              <a:t>5만원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