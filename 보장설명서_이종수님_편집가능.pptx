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 A K E O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822960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보장 진단서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480560"/>
            <a:ext cx="31089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보유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월 납입보험료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391,670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갱신 / 비갱신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MAKEONE · 보장분석 자동화 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보장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2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2024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상해사망 1억4,100만   상해후유3% 7,000만   상해후유80% 9,000만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유사암 1,200만   암주요치료비 1억   항암방사선약물 6,100만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중입자치료비 3,000만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2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2024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뇌졸증진단비 1,000만   외상성뇌출혈 100만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2668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1,000만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2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2024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상해수술비 100만   중대한상해수술비 2,000만   심장수술비 2,000만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 종수술비 110/0/0/500/500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2668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합의금 2억   변호사 5,000만   대인 3,000만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대물 500만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2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92024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상해중환자실 10만   간호통합병동 20만   상해수술일당 3만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질병일당 1만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실손·일배책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2668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일상배상책임 1억   입원 5,000만   통원 25만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약값 5만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2024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중증화상진단비 1,000만   골절 160만   5대골절진단비 40만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화상진단비 20만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2668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 1만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AI 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갱신형 — 보험료 인상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비갱신형 — 만기까지 고정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 The퍼스트건강보험（2601）（무배당,무해약환급금형）_간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41,913원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 The퍼스트건강보험（2601）（무배당,무해약환급금형）_간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66,559원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08376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3044952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라이나생명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무배당새로담는간편 건강보험 （3.5.5）（해약환급금미지급형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008376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46,825원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（무》KB 가정보험과 온가족행복하게사는이야기（21.05）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10,000원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3.N.5 슬기로운간편건강보험Plus（연만기갱신형）（무배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47,662원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008376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3044952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플러스 운전자상해보험（무배당）（25.01）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008376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30,000원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666744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애손보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훼밀리 라이프보험 1206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3666744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148,711원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핵심 보장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47120" cy="137160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CI보험 아님 · 비CI 계약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고객은 CI(중대질병 선지급형) 계약이 아니다. 암·뇌·심 진단비는 진단 즉시 정액 100% 지급되는 일반형이며, 사망보험금 차감·선지급·잔여 개념이 없다. 진단금 전액이 치료비로 쓰이고 사망보장은 별도로 유지된다.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주요 치료비 정리  TREATMENT BENEFITS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암주요치료비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43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비급여주요치료비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순환계주요치료비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산정특례(뇌혈관)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산정특례(심장)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보장 진단 코멘트 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1078992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이종수님 고객님은 보유 7건 · 월 391,670원의 보장을 운용하고 있다.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갱신 3건 · 비갱신 4건. 값은 완성 엑셀 끝열에서 직접 읽었다(등식2).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부위별 충족률</a:t>
            </a:r>
          </a:p>
        </p:txBody>
      </p:sp>
      <p:pic>
        <p:nvPicPr>
          <p:cNvPr id="8" name="Picture 7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440180"/>
            <a:ext cx="1051560" cy="1051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866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pic>
        <p:nvPicPr>
          <p:cNvPr id="11" name="Picture 10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14401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038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pic>
        <p:nvPicPr>
          <p:cNvPr id="14" name="Picture 13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40180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7209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pic>
        <p:nvPicPr>
          <p:cNvPr id="17" name="Picture 16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1440180"/>
            <a:ext cx="1051560" cy="1051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0382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pic>
        <p:nvPicPr>
          <p:cNvPr id="20" name="Picture 19" descr="g22_1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539" y="1440180"/>
            <a:ext cx="1051560" cy="1051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03553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5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pic>
        <p:nvPicPr>
          <p:cNvPr id="23" name="Picture 22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3131820"/>
            <a:ext cx="1051560" cy="10515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866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pic>
        <p:nvPicPr>
          <p:cNvPr id="26" name="Picture 25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3131820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04038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pic>
        <p:nvPicPr>
          <p:cNvPr id="29" name="Picture 28" descr="g33_6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099" y="3131820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7209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1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pic>
        <p:nvPicPr>
          <p:cNvPr id="32" name="Picture 31" descr="g100_1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3131820"/>
            <a:ext cx="1051560" cy="1051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0382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pic>
        <p:nvPicPr>
          <p:cNvPr id="35" name="Picture 34" descr="g50_13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539" y="3131820"/>
            <a:ext cx="1051560" cy="10515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3553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5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749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충족률 산정 근거   보유 ÷ 40대 권장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20,400만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10,000만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7개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1,100만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5,000만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32,100만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15,000만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7개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1,000만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3,000만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5개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2개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담보별 보장범위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 — 질병코드별 커버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뇌혈관진단비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뇌출혈  I60~62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뇌졸증·뇌경색  I63·65·66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 뇌혈관질환  I64·67~69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뇌동맥류·정맥류  I71·72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선천 뇌혈관기형  Q28.0~28.3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외상성 뇌출혈  S06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365760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외상성 뇌출혈(S06) = 뇌혈관진단비 미보장 → 산정특례 축only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산정특례 = 진단 기반 별개 담보축 · 지급조건은 회사·약관별 [확인]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심장 — 질병코드별 커버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허혈성진단비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심장(특정)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 I21~23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협심증  I20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기타·만성 허혈  I24·25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심장판막  I05·I34~37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심근·심내막 염증  I30~33·I40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부정맥  I49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심부전  I50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심근병증  I42~45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00800" y="4041648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빈맥(I47·48) ≠ 부정맥(I49) — 전용 행 구분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순환계 = 2대 + 동맥류·정맥류 등 순환기 전반. 세부 대상코드 [확인]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● 보장   ○ 미보장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주요치료비 변천사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3대 주요치료비 담보의 변천사   ①비례형(구간) → ②정액형 → ③비급여 → 생활비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1  비례형(구간형)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치료비 지출액이 구간 하한 도달 시 그 구간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2024.11 단종 — 보유자 해지 금지.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2  정액형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 사실만으로 약정금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면책 90일 · 가입금액 100만원부터.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6692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3  비급여(하이클래스)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급여 전액본인부담금 + 비급여 치료비 정액.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2천만×10년=2억 · 25.08~ 생활비형 추가.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908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4  왜 필요한가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5세대 실손: 비중증 비급여 자기부담 50%·한도 1,000만.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표적·면역 고가 약값엔 부족 → 주요치료비가 메움.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수술 건당 총진료비(평균) · 심평원·건보공단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심장수술(개흉)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2,832만원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43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관상동맥우회술(CABG)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2,690만원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뇌동맥류 코일색전술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1,100~1,600만원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 스텐트(다발혈관)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1,000~1,400만원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01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뇌기저부수술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1,475만원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재발률 — 뇌경색 1년 10%·5년 20~30% / 급성심근경색 1년 30%·3년 50% / 스텐트 5년 재협착 15%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상담 워크시트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뇌·심장 주요치료비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진단비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걸렸을 때 일시금 (기본)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수술·방사선·약물 정액 (100만~)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하이클래스 (비급여)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표적·면역·중입자 전액본인 커버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379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뇌·심 진단비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뇌혈관·허혈성 일시금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뇌졸증 1,000만 · 급성심근 1,000만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379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2대 주요치료비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수술·혈전용해·중환자실 (100만~)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379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산정특례 (뇌 · 심장)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진단만으로 지급 · 개별 담보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 / 미가입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2F3F5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468112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부족한 담보 → 보완 추천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한화손해보험 4가지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심혈관Ⅰ = 협심증 I20 · 기타급성허혈 I24 · 만성허혈 I25 · 빈맥 I47 · 심방세동 I48 · 기타부정맥 I49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심혈관Ⅱ = 급성심근경색 I21~23 · 인공소생 심장정지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(확장성·비후성·제한성 포함)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심혈관특정질환 = Ⅰ에서 기타부정맥(I49)만 제외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DB손해보험 4가지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특정Ⅲ = 판막질환 ·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순환계 3대 = I46.0 · 부정맥 I47~49 · 심부전 I50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KB손해보험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· 빈맥 I47·48 · 심부전 I50 (염증X·부정맥X)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/ 심장판막질환 = 판막·I33·I38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기타심장부정맥 = I49 (I47·48은 대상 아님)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현대해상 6가지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 심장질환 = 협심증 I20 · I24 ·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특정허혈 심장질환 = 급성심근경색 I21~23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주요 심장염증 = I30~41 / 특정2대 = 전도장애 I44·45 +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※ 현대 심근병증 담보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NH농협손해보험 5가지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심혈관특정Ⅰ = 협심증·허혈 · 빈맥 · 기타부정맥 I49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특정Ⅰ(기타부정맥 제외) = Ⅰ에서 I49만 뺀 묶음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I42·I43 / 주요 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흥국화재 실제 약관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특정심혈관질환(기타부정맥제외) = 협심증·허혈·빈맥·심부전 (급성심근 아님)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특정심혈관질환(기타부정맥) =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심근병증(허혈성제외) = I42·I43 / 주요심장염증질환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허혈성심질환진단비 = I20·24·25 단독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롯데손해보험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특정심장질환Ⅰ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특정심장질환Ⅱ = 협심증·허혈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 15대 = 판막 · 심근병증 · 빈맥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 / 방실차단·전도장애 = I44·I45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삼성화재 · 메리츠화재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허혈성심장질환 6가지 = 급성기 I21 · 후속 I22 · 합병증 I23 · 협심증 I20 · 기타급성 I24 · 만성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[메리츠] 심장질환진단Ⅰ → 허혈성 / Ⅱ → 급성심근경색 (별도 상품 병존)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