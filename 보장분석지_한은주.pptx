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616" y="-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한은주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4103592" y="25132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2026년 07월 02일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86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뇌혈관
1,000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뇌졸증
500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뇌출혈
500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1,200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99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급성심근
1,200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41345" y="4832054"/>
            <a:ext cx="3448234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상급병원암주요치료비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상급병원하이클래스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 4세대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8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2022.09.17)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10,000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45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15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30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3,000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8,000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+11,000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6,000</a:t>
            </a: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20,000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1,000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+7,220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155500" cy="156966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3,200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2,000 / </a:t>
            </a:r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3,000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+2,000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109959" y="5649932"/>
            <a:ext cx="162174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60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79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(20/30/200/500/1000)</a:t>
            </a:r>
            <a:r>
              <a:rPr lang="en-US" altLang="ko-KR" sz="790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29621" y="5691134"/>
            <a:ext cx="1621742" cy="17927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 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819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(20/50/100/300/600)</a:t>
            </a:r>
            <a:r>
              <a:rPr lang="en-US" altLang="ko-KR" sz="819" dirty="0">
                <a:latin typeface="HY엽서M" panose="02030600000101010101" pitchFamily="18" charset="-127"/>
                <a:ea typeface="HY엽서M" panose="02030600000101010101" pitchFamily="18" charset="-127"/>
              </a:rPr>
              <a:t>     </a:t>
            </a:r>
            <a:r>
              <a:rPr lang="en-US" altLang="ko-KR" sz="89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120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10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+30</a:t>
            </a:r>
          </a:p>
          <a:p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9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9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</a:t>
            </a:r>
            <a:r>
              <a:rPr lang="en-US" altLang="ko-KR" sz="9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+50</a:t>
            </a: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1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5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협심증/심부전/염증/빈맥 </a:t>
            </a:r>
            <a:r>
              <a:rPr sz="1100"/>
              <a:t>1,000</a:t>
            </a:r>
          </a:p>
          <a:p>
            <a:r>
              <a:rPr sz="1100"/>
              <a:t>부정맥 </a:t>
            </a:r>
            <a:r>
              <a:rPr sz="1100"/>
              <a:t>1,000</a:t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162</TotalTime>
  <Words>282</Words>
  <Application>Microsoft Office PowerPoint</Application>
  <PresentationFormat>A4 용지(210x297mm)</PresentationFormat>
  <Paragraphs>108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Windows</cp:lastModifiedBy>
  <cp:revision>15</cp:revision>
  <cp:lastPrinted>2026-01-06T12:38:35Z</cp:lastPrinted>
  <dcterms:created xsi:type="dcterms:W3CDTF">2025-05-17T14:02:33Z</dcterms:created>
  <dcterms:modified xsi:type="dcterms:W3CDTF">2026-01-24T11:19:54Z</dcterms:modified>
</cp:coreProperties>
</file>