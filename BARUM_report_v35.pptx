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600" y="4615318"/>
            <a:ext cx="350636" cy="26904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8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 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8600" y="4615318"/>
            <a:ext cx="1062862" cy="26904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8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324,470 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6599" y="4615318"/>
            <a:ext cx="392698" cy="26904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8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600" y="1633347"/>
            <a:ext cx="309754" cy="24098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 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5774" y="1633347"/>
            <a:ext cx="938228" cy="24098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324,470 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775" y="1633347"/>
            <a:ext cx="348959" cy="24098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9774" y="1633347"/>
            <a:ext cx="413767" cy="24098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0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30" y="3012442"/>
            <a:ext cx="606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2억9,200만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708" y="3012442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8,200만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8294" y="3012442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611" y="3232518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008" y="3012442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3514" y="3232518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986" y="3915344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4632" y="3915344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222" y="3915344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3852" y="3915344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8294" y="4135420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001" y="4818245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7647" y="4818245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8294" y="4818245"/>
            <a:ext cx="22395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4754" y="4818245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8692" y="4818245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766" y="5038322"/>
            <a:ext cx="288727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001" y="5721147"/>
            <a:ext cx="288727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6701" y="5721147"/>
            <a:ext cx="22395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849" y="6403973"/>
            <a:ext cx="353496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058" y="5721147"/>
            <a:ext cx="44319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3446" y="6403973"/>
            <a:ext cx="288727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5761" y="5721147"/>
            <a:ext cx="288727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6989" y="5721147"/>
            <a:ext cx="22395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7952" y="6403973"/>
            <a:ext cx="223959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766" y="6624049"/>
            <a:ext cx="288727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2245" y="2264522"/>
            <a:ext cx="38464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7989" y="2517497"/>
            <a:ext cx="38464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78" y="2770472"/>
            <a:ext cx="38464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7566" y="3023447"/>
            <a:ext cx="38464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6439" y="4266099"/>
            <a:ext cx="56874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20,380원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439" y="4266099"/>
            <a:ext cx="56874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80,070원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439" y="4471412"/>
            <a:ext cx="56874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70,800원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439" y="4676724"/>
            <a:ext cx="56874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47,064원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439" y="4882037"/>
            <a:ext cx="56874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31,625원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439" y="5087350"/>
            <a:ext cx="56874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74,531원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4662" y="1933189"/>
            <a:ext cx="330701" cy="17081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E6C878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507" y="2253501"/>
            <a:ext cx="292926" cy="15115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969" y="2593758"/>
            <a:ext cx="276745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E6C878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26899" y="2593758"/>
            <a:ext cx="276745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2C415B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219" y="2742015"/>
            <a:ext cx="563717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6600" y="2742015"/>
            <a:ext cx="443721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586" y="3363876"/>
            <a:ext cx="655143" cy="2129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9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7506" y="3363876"/>
            <a:ext cx="655143" cy="2129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9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8426" y="3363876"/>
            <a:ext cx="655143" cy="2129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9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9937" y="4004013"/>
            <a:ext cx="262000" cy="13712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60" b="0">
                <a:solidFill>
                  <a:srgbClr val="6B7686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723" y="5351408"/>
            <a:ext cx="442324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8323" y="5351408"/>
            <a:ext cx="442324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3923" y="5351408"/>
            <a:ext cx="442324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9523" y="5351408"/>
            <a:ext cx="442324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5123" y="5351408"/>
            <a:ext cx="442324" cy="1848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9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2916" y="6357634"/>
            <a:ext cx="244338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3970" y="2125307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7570" y="2125307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1170" y="2125307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4770" y="2125307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9375" y="2125307"/>
            <a:ext cx="485804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970" y="3310769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7570" y="3310769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1170" y="3310769"/>
            <a:ext cx="607816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775" y="3310769"/>
            <a:ext cx="485804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9375" y="3310769"/>
            <a:ext cx="485804" cy="2515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1328" y="5143645"/>
            <a:ext cx="670331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1억2,310만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6833" y="5143645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1311" y="5143645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29" y="5369708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833" y="5369708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311" y="5369708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29" y="5595771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6833" y="5595771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311" y="5595771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29" y="5821834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6833" y="5821834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311" y="5821834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2416" y="6047896"/>
            <a:ext cx="48815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4,200만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4320" y="6047896"/>
            <a:ext cx="48815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8109" y="6047896"/>
            <a:ext cx="31720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1328" y="6273959"/>
            <a:ext cx="670331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4억3,310만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3232" y="6273959"/>
            <a:ext cx="670331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1억5,000만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1311" y="6273959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4929" y="6500022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6833" y="6500022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311" y="6500022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2416" y="6726085"/>
            <a:ext cx="48815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6,200만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4320" y="6726085"/>
            <a:ext cx="488159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311" y="6726085"/>
            <a:ext cx="390800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4929" y="6952148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6833" y="6952148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8109" y="6952148"/>
            <a:ext cx="31720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4929" y="7178210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6833" y="7178210"/>
            <a:ext cx="243132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8109" y="7178210"/>
            <a:ext cx="317207" cy="16379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51252" y="2492281"/>
            <a:ext cx="362621" cy="1230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59233" y="2492281"/>
            <a:ext cx="362621" cy="1230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9233" y="3031478"/>
            <a:ext cx="362621" cy="1230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1252" y="2928768"/>
            <a:ext cx="362621" cy="1230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1252" y="3365255"/>
            <a:ext cx="362621" cy="1230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8835" y="2497204"/>
            <a:ext cx="426596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4,000만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835" y="2780147"/>
            <a:ext cx="426596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5740" y="3030598"/>
            <a:ext cx="357760" cy="1230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7835" y="3346033"/>
            <a:ext cx="426596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7835" y="3628976"/>
            <a:ext cx="426596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7835" y="3911919"/>
            <a:ext cx="426596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4973" y="3525845"/>
            <a:ext cx="447679" cy="15115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0526" y="4426806"/>
            <a:ext cx="447679" cy="15115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4095" y="6062003"/>
            <a:ext cx="276745" cy="14274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8883" y="2140234"/>
            <a:ext cx="449460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6859" y="2147345"/>
            <a:ext cx="449460" cy="1497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430" y="3150236"/>
            <a:ext cx="372998" cy="1567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0429" y="3157348"/>
            <a:ext cx="372998" cy="1567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