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/      /      /      / </a:t>
            </a:r>
            <a:r>
              <a:rPr lang="en-US" altLang="ko-KR" sz="8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