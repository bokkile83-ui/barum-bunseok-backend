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송슬기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03일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뇌혈관
100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860" dirty="0" err="1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뇌졸증
1,000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뇌출혈
500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급성심근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 3세대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2022.09.17)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25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MRI : 300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350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250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15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50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500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2,000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100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+3,900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+14,000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969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20,000</a:t>
            </a:r>
          </a:p>
          <a:p>
            <a:r>
              <a:rPr lang="ko-KR" altLang="en-US" sz="969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69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3,900</a:t>
            </a:r>
          </a:p>
          <a:p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69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69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96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 / </a:t>
            </a:r>
            <a:r>
              <a:rPr lang="ko-KR" altLang="en-US" sz="969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 / </a:t>
            </a:r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96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  <a:r>
              <a:rPr lang="en-US" altLang="ko-KR" sz="96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100/100</a:t>
            </a:r>
          </a:p>
          <a:p>
            <a:r>
              <a:rPr lang="ko-KR" altLang="en-US" sz="969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69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96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1,500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+270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6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(10/20/50/100/100)</a:t>
            </a:r>
            <a:r>
              <a:rPr lang="en-US" altLang="ko-KR" sz="86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+50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73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(3000/100/100/200/400)</a:t>
            </a:r>
            <a:r>
              <a:rPr lang="en-US" altLang="ko-KR" sz="73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+25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15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7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협심증/심부전/빈맥 </a:t>
            </a:r>
            <a:r>
              <a:rPr sz="1100"/>
              <a:t>1,000</a:t>
            </a:r>
          </a:p>
          <a:p>
            <a:r>
              <a:rPr sz="1100"/>
              <a:t>부정맥 </a:t>
            </a:r>
            <a:r>
              <a:rPr sz="1100"/>
              <a:t>1,000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