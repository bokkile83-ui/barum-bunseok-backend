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7400" y="4597393"/>
            <a:ext cx="1584231" cy="83961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4060" b="1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박미정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2899" y="6408913"/>
            <a:ext cx="347035" cy="3430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3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7 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76899" y="6408913"/>
            <a:ext cx="1080218" cy="3430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6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386,530 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60900" y="6408913"/>
            <a:ext cx="379496" cy="3430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2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0599" y="546266"/>
            <a:ext cx="761982" cy="39826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910" b="1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박미정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5840" y="3489908"/>
            <a:ext cx="368137" cy="37987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2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7 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1490" y="3489908"/>
            <a:ext cx="1187576" cy="37987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83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386,530 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9680" y="3489908"/>
            <a:ext cx="407810" cy="37987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3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7869" y="3489908"/>
            <a:ext cx="496656" cy="37987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70" b="0">
                <a:solidFill>
                  <a:srgbClr val="C0444C"/>
                </a:solidFill>
                <a:latin typeface="맑은 고딕"/>
                <a:ea typeface="맑은 고딕"/>
                <a:cs typeface="맑은 고딕"/>
              </a:rPr>
              <a:t>1 영역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470" y="5108937"/>
            <a:ext cx="697560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456B0"/>
                </a:solidFill>
                <a:latin typeface="맑은 고딕"/>
                <a:ea typeface="맑은 고딕"/>
                <a:cs typeface="맑은 고딕"/>
              </a:rPr>
              <a:t>1억7,600만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7013" y="5108937"/>
            <a:ext cx="248890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8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19965" y="5108937"/>
            <a:ext cx="5096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5,000만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5927" y="5440350"/>
            <a:ext cx="5096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6,000만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28808" y="5108937"/>
            <a:ext cx="5096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2,000만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8975" y="5440350"/>
            <a:ext cx="5096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2,000만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9479" y="6223977"/>
            <a:ext cx="5096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2,000만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3817" y="6223977"/>
            <a:ext cx="5096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456B0"/>
                </a:solidFill>
                <a:latin typeface="맑은 고딕"/>
                <a:ea typeface="맑은 고딕"/>
                <a:cs typeface="맑은 고딕"/>
              </a:rPr>
              <a:t>1,000만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1729" y="6223977"/>
            <a:ext cx="5096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2,000만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3984" y="6555389"/>
            <a:ext cx="5096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1,000만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0572" y="6223977"/>
            <a:ext cx="5096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1,000만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19965" y="6555389"/>
            <a:ext cx="395750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7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500만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8488" y="7339017"/>
            <a:ext cx="5096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456B0"/>
                </a:solidFill>
                <a:latin typeface="맑은 고딕"/>
                <a:ea typeface="맑은 고딕"/>
                <a:cs typeface="맑은 고딕"/>
              </a:rPr>
              <a:t>1,000만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19965" y="7339017"/>
            <a:ext cx="248890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80" b="0">
                <a:solidFill>
                  <a:srgbClr val="1456B0"/>
                </a:solidFill>
                <a:latin typeface="맑은 고딕"/>
                <a:ea typeface="맑은 고딕"/>
                <a:cs typeface="맑은 고딕"/>
              </a:rPr>
              <a:t>2억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10061" y="7339017"/>
            <a:ext cx="5096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456B0"/>
                </a:solidFill>
                <a:latin typeface="맑은 고딕"/>
                <a:ea typeface="맑은 고딕"/>
                <a:cs typeface="맑은 고딕"/>
              </a:rPr>
              <a:t>5,000만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6381" y="7339017"/>
            <a:ext cx="5096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456B0"/>
                </a:solidFill>
                <a:latin typeface="맑은 고딕"/>
                <a:ea typeface="맑은 고딕"/>
                <a:cs typeface="맑은 고딕"/>
              </a:rPr>
              <a:t>3,000만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9239" y="7670429"/>
            <a:ext cx="13757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456B0"/>
                </a:solidFill>
                <a:latin typeface="맑은 고딕"/>
                <a:ea typeface="맑은 고딕"/>
                <a:cs typeface="맑은 고딕"/>
              </a:rPr>
              <a:t>(20/50/100/500/1000)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9239" y="8001841"/>
            <a:ext cx="13757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(20/30/100/500/1000)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470" y="8785468"/>
            <a:ext cx="248890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80" b="0">
                <a:solidFill>
                  <a:srgbClr val="1456B0"/>
                </a:solidFill>
                <a:latin typeface="맑은 고딕"/>
                <a:ea typeface="맑은 고딕"/>
                <a:cs typeface="맑은 고딕"/>
              </a:rPr>
              <a:t>3만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55071" y="8785468"/>
            <a:ext cx="248890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8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2만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52907" y="9569096"/>
            <a:ext cx="395750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70" b="0">
                <a:solidFill>
                  <a:srgbClr val="1456B0"/>
                </a:solidFill>
                <a:latin typeface="맑은 고딕"/>
                <a:ea typeface="맑은 고딕"/>
                <a:cs typeface="맑은 고딕"/>
              </a:rPr>
              <a:t>100만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3479" y="8785468"/>
            <a:ext cx="248890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80" b="0">
                <a:solidFill>
                  <a:srgbClr val="1456B0"/>
                </a:solidFill>
                <a:latin typeface="맑은 고딕"/>
                <a:ea typeface="맑은 고딕"/>
                <a:cs typeface="맑은 고딕"/>
              </a:rPr>
              <a:t>1억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6479" y="9569096"/>
            <a:ext cx="322320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80" b="0">
                <a:solidFill>
                  <a:srgbClr val="1456B0"/>
                </a:solidFill>
                <a:latin typeface="맑은 고딕"/>
                <a:ea typeface="맑은 고딕"/>
                <a:cs typeface="맑은 고딕"/>
              </a:rPr>
              <a:t>50만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9071" y="8785468"/>
            <a:ext cx="5096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456B0"/>
                </a:solidFill>
                <a:latin typeface="맑은 고딕"/>
                <a:ea typeface="맑은 고딕"/>
                <a:cs typeface="맑은 고딕"/>
              </a:rPr>
              <a:t>5,000만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5390" y="8785468"/>
            <a:ext cx="322320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80" b="0">
                <a:solidFill>
                  <a:srgbClr val="1456B0"/>
                </a:solidFill>
                <a:latin typeface="맑은 고딕"/>
                <a:ea typeface="맑은 고딕"/>
                <a:cs typeface="맑은 고딕"/>
              </a:rPr>
              <a:t>25만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4975" y="9900508"/>
            <a:ext cx="322320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8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50만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8034" y="10414447"/>
            <a:ext cx="34135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9FB0C6"/>
                </a:solidFill>
                <a:latin typeface="맑은 고딕"/>
                <a:ea typeface="맑은 고딕"/>
                <a:cs typeface="맑은 고딕"/>
              </a:rPr>
              <a:t>박미정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0599" y="546266"/>
            <a:ext cx="761982" cy="39826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910" b="1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박미정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64856" y="2524115"/>
            <a:ext cx="389373" cy="21437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7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250%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37721" y="2524115"/>
            <a:ext cx="248407" cy="21437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64856" y="2780265"/>
            <a:ext cx="389373" cy="21437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7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150%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3721" y="3036415"/>
            <a:ext cx="389373" cy="21437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7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133%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1177" y="3292565"/>
            <a:ext cx="389373" cy="21437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7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0949" y="4739686"/>
            <a:ext cx="44521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4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DB손보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18169" y="4739686"/>
            <a:ext cx="56706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456B0"/>
                </a:solidFill>
                <a:latin typeface="맑은 고딕"/>
                <a:ea typeface="맑은 고딕"/>
                <a:cs typeface="맑은 고딕"/>
              </a:rPr>
              <a:t>20,210원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4949" y="4739686"/>
            <a:ext cx="50492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롯데손보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2169" y="4739686"/>
            <a:ext cx="56706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57,564원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4949" y="4986373"/>
            <a:ext cx="50492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현대해상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2169" y="4986373"/>
            <a:ext cx="56706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25,400원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84949" y="5233060"/>
            <a:ext cx="44521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4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DB손보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2169" y="5233060"/>
            <a:ext cx="56706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69,518원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4949" y="5479747"/>
            <a:ext cx="44521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4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DB손보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992" y="5479747"/>
            <a:ext cx="63824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159,288원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84949" y="5726434"/>
            <a:ext cx="837906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메트라이프생명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9431" y="5726434"/>
            <a:ext cx="8198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11,000,000원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84949" y="5973121"/>
            <a:ext cx="50492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동양생명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2169" y="5973121"/>
            <a:ext cx="56706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54,550원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064" y="6759287"/>
            <a:ext cx="919734" cy="22357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9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메트라이프생명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7098" y="6773079"/>
            <a:ext cx="674750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90" b="0">
                <a:solidFill>
                  <a:srgbClr val="C0444C"/>
                </a:solidFill>
                <a:latin typeface="맑은 고딕"/>
                <a:ea typeface="맑은 고딕"/>
                <a:cs typeface="맑은 고딕"/>
              </a:rPr>
              <a:t>11,000,000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2443" y="7020783"/>
            <a:ext cx="492347" cy="22357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6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DB손보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9125" y="7034574"/>
            <a:ext cx="502729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0" b="0">
                <a:solidFill>
                  <a:srgbClr val="C0444C"/>
                </a:solidFill>
                <a:latin typeface="맑은 고딕"/>
                <a:ea typeface="맑은 고딕"/>
                <a:cs typeface="맑은 고딕"/>
              </a:rPr>
              <a:t>159,288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2443" y="7282278"/>
            <a:ext cx="492347" cy="22357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6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DB손보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4260" y="7296069"/>
            <a:ext cx="435292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69,518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107" y="7543773"/>
            <a:ext cx="551688" cy="22357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롯데손보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4260" y="7557564"/>
            <a:ext cx="435292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57,564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107" y="7805268"/>
            <a:ext cx="551688" cy="22357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동양생명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4260" y="7819060"/>
            <a:ext cx="435292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54,550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107" y="8066763"/>
            <a:ext cx="551688" cy="22357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현대해상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4260" y="8080555"/>
            <a:ext cx="435292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25,400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443" y="8328259"/>
            <a:ext cx="492347" cy="22357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6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DB손보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4260" y="8342050"/>
            <a:ext cx="435292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456B0"/>
                </a:solidFill>
                <a:latin typeface="맑은 고딕"/>
                <a:ea typeface="맑은 고딕"/>
                <a:cs typeface="맑은 고딕"/>
              </a:rPr>
              <a:t>20,210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8034" y="10414447"/>
            <a:ext cx="34135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9FB0C6"/>
                </a:solidFill>
                <a:latin typeface="맑은 고딕"/>
                <a:ea typeface="맑은 고딕"/>
                <a:cs typeface="맑은 고딕"/>
              </a:rPr>
              <a:t>박미정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0599" y="546266"/>
            <a:ext cx="761982" cy="39826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910" b="1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박미정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6570" y="3598600"/>
            <a:ext cx="401102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8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8034" y="10414447"/>
            <a:ext cx="34135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9FB0C6"/>
                </a:solidFill>
                <a:latin typeface="맑은 고딕"/>
                <a:ea typeface="맑은 고딕"/>
                <a:cs typeface="맑은 고딕"/>
              </a:rPr>
              <a:t>박미정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0599" y="546266"/>
            <a:ext cx="761982" cy="39826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910" b="1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박미정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7844" y="2331490"/>
            <a:ext cx="620078" cy="2411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1444" y="2331490"/>
            <a:ext cx="620078" cy="2411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5044" y="2331490"/>
            <a:ext cx="620078" cy="2411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8644" y="2331490"/>
            <a:ext cx="620078" cy="2411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2409" y="2319908"/>
            <a:ext cx="539749" cy="26330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009" y="3628809"/>
            <a:ext cx="539749" cy="26330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88%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44" y="3640391"/>
            <a:ext cx="620078" cy="2411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5209" y="3628809"/>
            <a:ext cx="539749" cy="26330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8809" y="3628809"/>
            <a:ext cx="539749" cy="26330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67%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2001" y="3628809"/>
            <a:ext cx="400567" cy="26330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2646" y="5810310"/>
            <a:ext cx="47332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6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5,000만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7269" y="5810310"/>
            <a:ext cx="47332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6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5,000만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733" y="5810310"/>
            <a:ext cx="400331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F7A4D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9848" y="6137394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6개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4471" y="6137394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4개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7733" y="6137394"/>
            <a:ext cx="400331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F7A4D"/>
                </a:solidFill>
                <a:latin typeface="맑은 고딕"/>
                <a:ea typeface="맑은 고딕"/>
                <a:cs typeface="맑은 고딕"/>
              </a:rPr>
              <a:t>150%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9848" y="6404831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4개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4471" y="6404831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7733" y="6404831"/>
            <a:ext cx="400331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F7A4D"/>
                </a:solidFill>
                <a:latin typeface="맑은 고딕"/>
                <a:ea typeface="맑은 고딕"/>
                <a:cs typeface="맑은 고딕"/>
              </a:rPr>
              <a:t>133%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66371" y="6672269"/>
            <a:ext cx="305866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10개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4471" y="6672269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4개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7733" y="6672269"/>
            <a:ext cx="400331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F7A4D"/>
                </a:solidFill>
                <a:latin typeface="맑은 고딕"/>
                <a:ea typeface="맑은 고딕"/>
                <a:cs typeface="맑은 고딕"/>
              </a:rPr>
              <a:t>250%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2646" y="6999353"/>
            <a:ext cx="47332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6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2,000만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7269" y="6999353"/>
            <a:ext cx="47332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6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5,000만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4470" y="6999353"/>
            <a:ext cx="326858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9C7C32"/>
                </a:solidFill>
                <a:latin typeface="맑은 고딕"/>
                <a:ea typeface="맑은 고딕"/>
                <a:cs typeface="맑은 고딕"/>
              </a:rPr>
              <a:t>40%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3675" y="7386086"/>
            <a:ext cx="65127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1억7,600만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04471" y="7386086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2억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4470" y="7386086"/>
            <a:ext cx="326858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F7A4D"/>
                </a:solidFill>
                <a:latin typeface="맑은 고딕"/>
                <a:ea typeface="맑은 고딕"/>
                <a:cs typeface="맑은 고딕"/>
              </a:rPr>
              <a:t>88%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9848" y="7713171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04471" y="7713171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7733" y="7713171"/>
            <a:ext cx="400331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F7A4D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2646" y="8040256"/>
            <a:ext cx="47332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6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2,000만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7269" y="8040256"/>
            <a:ext cx="47332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6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5,000만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4470" y="8040256"/>
            <a:ext cx="326858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9C7C32"/>
                </a:solidFill>
                <a:latin typeface="맑은 고딕"/>
                <a:ea typeface="맑은 고딕"/>
                <a:cs typeface="맑은 고딕"/>
              </a:rPr>
              <a:t>40%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99848" y="8367341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2개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04471" y="8367341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4470" y="8367341"/>
            <a:ext cx="326858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9C7C32"/>
                </a:solidFill>
                <a:latin typeface="맑은 고딕"/>
                <a:ea typeface="맑은 고딕"/>
                <a:cs typeface="맑은 고딕"/>
              </a:rPr>
              <a:t>67%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99848" y="8634778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0개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04471" y="8634778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2개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1207" y="8634778"/>
            <a:ext cx="253386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C0444C"/>
                </a:solidFill>
                <a:latin typeface="맑은 고딕"/>
                <a:ea typeface="맑은 고딕"/>
                <a:cs typeface="맑은 고딕"/>
              </a:rPr>
              <a:t>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84797" y="9455678"/>
            <a:ext cx="429922" cy="1867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69" b="0">
                <a:solidFill>
                  <a:srgbClr val="5C5340"/>
                </a:solidFill>
                <a:latin typeface="맑은 고딕"/>
                <a:ea typeface="맑은 고딕"/>
                <a:cs typeface="맑은 고딕"/>
              </a:rPr>
              <a:t>5,000만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8034" y="10414447"/>
            <a:ext cx="34135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9FB0C6"/>
                </a:solidFill>
                <a:latin typeface="맑은 고딕"/>
                <a:ea typeface="맑은 고딕"/>
                <a:cs typeface="맑은 고딕"/>
              </a:rPr>
              <a:t>박미정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94188" y="7661845"/>
            <a:ext cx="554278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69,518원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8034" y="10414447"/>
            <a:ext cx="34135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9FB0C6"/>
                </a:solidFill>
                <a:latin typeface="맑은 고딕"/>
                <a:ea typeface="맑은 고딕"/>
                <a:cs typeface="맑은 고딕"/>
              </a:rPr>
              <a:t>박미정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0599" y="546266"/>
            <a:ext cx="761982" cy="39826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910" b="1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박미정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15620" y="2716790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887" y="3211898"/>
            <a:ext cx="371673" cy="1518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2,000만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0497" y="3707006"/>
            <a:ext cx="371673" cy="1518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2,000만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6011" y="4202113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6011" y="4493123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5620" y="4796833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664" y="5632082"/>
            <a:ext cx="296740" cy="1518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60" b="0">
                <a:solidFill>
                  <a:srgbClr val="1F5FA8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4887" y="2704090"/>
            <a:ext cx="371673" cy="1518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2,000만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0011" y="2995100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4497" y="3298810"/>
            <a:ext cx="371673" cy="1518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2,000만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0011" y="3793918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0011" y="4084928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0011" y="4375938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4966" y="4679648"/>
            <a:ext cx="291208" cy="1518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6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500만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4966" y="4983358"/>
            <a:ext cx="291208" cy="1518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6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500만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0011" y="5287068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0011" y="5769476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0011" y="6060486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0011" y="6351496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56792" y="6256463"/>
            <a:ext cx="345555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70" b="0">
                <a:solidFill>
                  <a:srgbClr val="1F5FA8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87664" y="7168964"/>
            <a:ext cx="296740" cy="1518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60" b="0">
                <a:solidFill>
                  <a:srgbClr val="C0444C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2654" y="7793346"/>
            <a:ext cx="345555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70" b="0">
                <a:solidFill>
                  <a:srgbClr val="C0444C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8034" y="10414447"/>
            <a:ext cx="34135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9FB0C6"/>
                </a:solidFill>
                <a:latin typeface="맑은 고딕"/>
                <a:ea typeface="맑은 고딕"/>
                <a:cs typeface="맑은 고딕"/>
              </a:rPr>
              <a:t>박미정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257" y="2145056"/>
            <a:ext cx="484670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5,000만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8353" y="2497856"/>
            <a:ext cx="416559" cy="1959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8353" y="2850656"/>
            <a:ext cx="416559" cy="1959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70257" y="3203456"/>
            <a:ext cx="484670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1,000만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8353" y="3556256"/>
            <a:ext cx="416559" cy="1959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3231" y="2094856"/>
            <a:ext cx="43756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2,000만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3231" y="2328856"/>
            <a:ext cx="43756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2,000만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0760" y="2562856"/>
            <a:ext cx="34003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500만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0760" y="2796856"/>
            <a:ext cx="34003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500만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3231" y="3030856"/>
            <a:ext cx="43756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2,000만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3231" y="3264856"/>
            <a:ext cx="43756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2,000만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7768" y="4363569"/>
            <a:ext cx="416559" cy="205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5529" y="4607726"/>
            <a:ext cx="499092" cy="26034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20" b="1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박미정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7768" y="5159544"/>
            <a:ext cx="416559" cy="205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7768" y="5955518"/>
            <a:ext cx="416559" cy="205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7768" y="6751493"/>
            <a:ext cx="416559" cy="205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3639" y="7340622"/>
            <a:ext cx="416559" cy="205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3639" y="8136596"/>
            <a:ext cx="416559" cy="205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7768" y="7547467"/>
            <a:ext cx="416559" cy="205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3639" y="6544648"/>
            <a:ext cx="416559" cy="205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3639" y="5748673"/>
            <a:ext cx="416559" cy="205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7768" y="8343441"/>
            <a:ext cx="416559" cy="205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36839" y="9534421"/>
            <a:ext cx="416559" cy="205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0139" y="9534421"/>
            <a:ext cx="416559" cy="205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8034" y="10414447"/>
            <a:ext cx="34135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9FB0C6"/>
                </a:solidFill>
                <a:latin typeface="맑은 고딕"/>
                <a:ea typeface="맑은 고딕"/>
                <a:cs typeface="맑은 고딕"/>
              </a:rPr>
              <a:t>박미정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58332" y="2105164"/>
            <a:ext cx="428154" cy="1739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69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2,500만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9938" y="2105164"/>
            <a:ext cx="212414" cy="1739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8332" y="2268964"/>
            <a:ext cx="428154" cy="1739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69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6,000만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34203" y="2268964"/>
            <a:ext cx="428154" cy="1739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69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1,000만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06881" y="2432764"/>
            <a:ext cx="579608" cy="1739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4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1억7,600만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5788" y="2432764"/>
            <a:ext cx="416559" cy="173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69917" y="2596564"/>
            <a:ext cx="416559" cy="173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4203" y="2596564"/>
            <a:ext cx="428154" cy="1739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69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6,000만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175" y="3404822"/>
            <a:ext cx="416559" cy="1481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490" y="3555802"/>
            <a:ext cx="362260" cy="14817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2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1,000만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7125" y="3404822"/>
            <a:ext cx="362260" cy="14817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2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5,000만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0490" y="3892877"/>
            <a:ext cx="362260" cy="14817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2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2,000만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6175" y="4043857"/>
            <a:ext cx="416559" cy="1481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5529" y="3892767"/>
            <a:ext cx="499092" cy="26034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20" b="1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박미정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7125" y="3892877"/>
            <a:ext cx="362260" cy="14817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2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2,000만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490" y="4380933"/>
            <a:ext cx="362260" cy="14817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2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2,000만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22810" y="4380933"/>
            <a:ext cx="416559" cy="1481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6175" y="4531913"/>
            <a:ext cx="416559" cy="1481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5148" y="4531913"/>
            <a:ext cx="284232" cy="14817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4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500만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6175" y="4682893"/>
            <a:ext cx="416559" cy="1481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5148" y="4682893"/>
            <a:ext cx="284232" cy="14817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4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500만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9616" y="3285060"/>
            <a:ext cx="272738" cy="1739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50만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9294" y="3448860"/>
            <a:ext cx="333062" cy="1739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8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100만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5788" y="3612660"/>
            <a:ext cx="416559" cy="173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5788" y="3776460"/>
            <a:ext cx="416559" cy="173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5788" y="3940260"/>
            <a:ext cx="416559" cy="173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9616" y="4104060"/>
            <a:ext cx="272738" cy="1739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50만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5788" y="4267860"/>
            <a:ext cx="416559" cy="173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49938" y="4956356"/>
            <a:ext cx="212414" cy="1739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2만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49938" y="5120156"/>
            <a:ext cx="212414" cy="1739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45788" y="5283956"/>
            <a:ext cx="416559" cy="173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8008" y="5474464"/>
            <a:ext cx="234733" cy="14817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20만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22810" y="5474464"/>
            <a:ext cx="416559" cy="1481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45788" y="5447756"/>
            <a:ext cx="416559" cy="173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8665" y="5625444"/>
            <a:ext cx="944134" cy="14817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(20/50/100/500/1000)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22810" y="5625444"/>
            <a:ext cx="416559" cy="1481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45788" y="5611556"/>
            <a:ext cx="416559" cy="173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77125" y="5776424"/>
            <a:ext cx="362260" cy="14817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2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1,000만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45788" y="5775356"/>
            <a:ext cx="416559" cy="173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45788" y="5939156"/>
            <a:ext cx="416559" cy="173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0490" y="5776424"/>
            <a:ext cx="362260" cy="14817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2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1,000만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20490" y="5927404"/>
            <a:ext cx="362260" cy="14817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2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1,000만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22810" y="5927404"/>
            <a:ext cx="416559" cy="1481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98514" y="6415459"/>
            <a:ext cx="284232" cy="14817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4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100만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22810" y="6415459"/>
            <a:ext cx="416559" cy="1481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8665" y="6566439"/>
            <a:ext cx="944134" cy="14817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(20/50/100/500/1000)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22810" y="6566439"/>
            <a:ext cx="416559" cy="1481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6175" y="6078384"/>
            <a:ext cx="416559" cy="1481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0490" y="6717419"/>
            <a:ext cx="362260" cy="14817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2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1,000만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48008" y="6868399"/>
            <a:ext cx="234733" cy="14817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66175" y="7019379"/>
            <a:ext cx="416559" cy="1481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22810" y="6717419"/>
            <a:ext cx="416559" cy="1481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04643" y="6868399"/>
            <a:ext cx="234733" cy="14817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50만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81788" y="8143864"/>
            <a:ext cx="416559" cy="173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81788" y="8307664"/>
            <a:ext cx="416559" cy="173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34203" y="8143864"/>
            <a:ext cx="428154" cy="1739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69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2,500만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45788" y="8307664"/>
            <a:ext cx="416559" cy="173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98034" y="10414447"/>
            <a:ext cx="34135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9FB0C6"/>
                </a:solidFill>
                <a:latin typeface="맑은 고딕"/>
                <a:ea typeface="맑은 고딕"/>
                <a:cs typeface="맑은 고딕"/>
              </a:rPr>
              <a:t>박미정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70203" y="2198764"/>
            <a:ext cx="428154" cy="1739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69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3,000만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65294" y="2362564"/>
            <a:ext cx="333062" cy="1739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8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500만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5938" y="2526364"/>
            <a:ext cx="212414" cy="1739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2억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34203" y="2198764"/>
            <a:ext cx="428154" cy="1739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69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5,000만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70203" y="2690164"/>
            <a:ext cx="428154" cy="1739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69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1,000만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9616" y="2362564"/>
            <a:ext cx="272738" cy="1739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30만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5788" y="2561762"/>
            <a:ext cx="416559" cy="173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1788" y="4693203"/>
            <a:ext cx="416559" cy="173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788" y="4857003"/>
            <a:ext cx="416559" cy="173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5788" y="4693203"/>
            <a:ext cx="416559" cy="173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5788" y="4892401"/>
            <a:ext cx="416559" cy="173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5788" y="5091599"/>
            <a:ext cx="416559" cy="173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1646" y="10414447"/>
            <a:ext cx="34135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9FB0C6"/>
                </a:solidFill>
                <a:latin typeface="맑은 고딕"/>
                <a:ea typeface="맑은 고딕"/>
                <a:cs typeface="맑은 고딕"/>
              </a:rPr>
              <a:t>박미정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81788" y="2198764"/>
            <a:ext cx="416559" cy="173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45788" y="2198764"/>
            <a:ext cx="416559" cy="173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81788" y="2362564"/>
            <a:ext cx="416559" cy="173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45788" y="2362564"/>
            <a:ext cx="416559" cy="173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81788" y="2526364"/>
            <a:ext cx="416559" cy="173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5788" y="2526364"/>
            <a:ext cx="416559" cy="173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81788" y="2690164"/>
            <a:ext cx="416559" cy="173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5788" y="2690164"/>
            <a:ext cx="416559" cy="173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788" y="2853964"/>
            <a:ext cx="416559" cy="173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5788" y="2853964"/>
            <a:ext cx="416559" cy="173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788" y="3017764"/>
            <a:ext cx="416559" cy="173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9962" y="4521699"/>
            <a:ext cx="214366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0" b="0">
                <a:solidFill>
                  <a:srgbClr val="1F7A4D"/>
                </a:solidFill>
                <a:latin typeface="맑은 고딕"/>
                <a:ea typeface="맑은 고딕"/>
                <a:cs typeface="맑은 고딕"/>
              </a:rPr>
              <a:t>2개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9849" y="5481166"/>
            <a:ext cx="210810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9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2개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1656" y="5721032"/>
            <a:ext cx="267195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6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10개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69849" y="6200765"/>
            <a:ext cx="210810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9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4개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1646" y="10414447"/>
            <a:ext cx="34135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9FB0C6"/>
                </a:solidFill>
                <a:latin typeface="맑은 고딕"/>
                <a:ea typeface="맑은 고딕"/>
                <a:cs typeface="맑은 고딕"/>
              </a:rPr>
              <a:t>박미정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3729" y="2040350"/>
            <a:ext cx="526790" cy="27026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0E7258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2169" y="2043838"/>
            <a:ext cx="526790" cy="27026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CC5656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33540" y="2043838"/>
            <a:ext cx="526790" cy="27026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CC5656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0904" y="2043838"/>
            <a:ext cx="325090" cy="27026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CC5656"/>
                </a:solidFill>
                <a:latin typeface="맑은 고딕"/>
                <a:ea typeface="맑은 고딕"/>
                <a:cs typeface="맑은 고딕"/>
              </a:rPr>
              <a:t>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6928" y="6248283"/>
            <a:ext cx="645384" cy="1607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90" b="0">
                <a:solidFill>
                  <a:srgbClr val="06203F"/>
                </a:solidFill>
                <a:latin typeface="맑은 고딕"/>
                <a:ea typeface="맑은 고딕"/>
                <a:cs typeface="맑은 고딕"/>
              </a:rPr>
              <a:t>11,000,000원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8530" y="7218282"/>
            <a:ext cx="770116" cy="23897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386,530원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1646" y="10414447"/>
            <a:ext cx="34135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9FB0C6"/>
                </a:solidFill>
                <a:latin typeface="맑은 고딕"/>
                <a:ea typeface="맑은 고딕"/>
                <a:cs typeface="맑은 고딕"/>
              </a:rPr>
              <a:t>박미정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